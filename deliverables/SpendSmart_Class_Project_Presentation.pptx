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3fb1f8065b4edf" /><Relationship Type="http://schemas.openxmlformats.org/officeDocument/2006/relationships/extended-properties" Target="/docProps/app.xml" Id="R7a357c75088e405e" /><Relationship Type="http://schemas.openxmlformats.org/officeDocument/2006/relationships/officeDocument" Target="/ppt/presentation.xml" Id="Raa6e96121ab44f1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5cc1d2e27147e9"/>
  </p:sldMasterIdLst>
  <p:notesMasterIdLst>
    <p:notesMasterId xmlns:r="http://schemas.openxmlformats.org/officeDocument/2006/relationships" r:id="R14b4adbce2594834"/>
  </p:notesMasterIdLst>
  <p:sldIdLst>
    <p:sldId xmlns:r="http://schemas.openxmlformats.org/officeDocument/2006/relationships" id="256" r:id="R11cf99225a534c92"/>
    <p:sldId xmlns:r="http://schemas.openxmlformats.org/officeDocument/2006/relationships" id="257" r:id="R631bb3b40a0f4a9f"/>
    <p:sldId xmlns:r="http://schemas.openxmlformats.org/officeDocument/2006/relationships" id="258" r:id="R0e96704c9a224f7f"/>
    <p:sldId xmlns:r="http://schemas.openxmlformats.org/officeDocument/2006/relationships" id="259" r:id="R558b674af43840e3"/>
    <p:sldId xmlns:r="http://schemas.openxmlformats.org/officeDocument/2006/relationships" id="260" r:id="R822c3b2e498c429f"/>
    <p:sldId xmlns:r="http://schemas.openxmlformats.org/officeDocument/2006/relationships" id="261" r:id="Ra6e341961d784a3c"/>
    <p:sldId xmlns:r="http://schemas.openxmlformats.org/officeDocument/2006/relationships" id="262" r:id="Ra100ab8b38304f2b"/>
    <p:sldId xmlns:r="http://schemas.openxmlformats.org/officeDocument/2006/relationships" id="263" r:id="R508d854254544b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777da3180f41f4" /><Relationship Type="http://schemas.openxmlformats.org/officeDocument/2006/relationships/slideMaster" Target="/ppt/slideMasters/slideMaster1.xml" Id="Rb15cc1d2e27147e9" /><Relationship Type="http://schemas.openxmlformats.org/officeDocument/2006/relationships/notesMaster" Target="/ppt/notesMasters/notesMaster1.xml" Id="R14b4adbce2594834" /><Relationship Type="http://schemas.openxmlformats.org/officeDocument/2006/relationships/presProps" Target="/ppt/presProps.xml" Id="R7be7204b2b6e4584" /><Relationship Type="http://schemas.openxmlformats.org/officeDocument/2006/relationships/tableStyles" Target="/ppt/tableStyles.xml" Id="R8885663e725547be" /><Relationship Type="http://schemas.openxmlformats.org/officeDocument/2006/relationships/slide" Target="/ppt/slides/slide1.xml" Id="R11cf99225a534c92" /><Relationship Type="http://schemas.openxmlformats.org/officeDocument/2006/relationships/slide" Target="/ppt/slides/slide2.xml" Id="R631bb3b40a0f4a9f" /><Relationship Type="http://schemas.openxmlformats.org/officeDocument/2006/relationships/slide" Target="/ppt/slides/slide3.xml" Id="R0e96704c9a224f7f" /><Relationship Type="http://schemas.openxmlformats.org/officeDocument/2006/relationships/slide" Target="/ppt/slides/slide4.xml" Id="R558b674af43840e3" /><Relationship Type="http://schemas.openxmlformats.org/officeDocument/2006/relationships/slide" Target="/ppt/slides/slide5.xml" Id="R822c3b2e498c429f" /><Relationship Type="http://schemas.openxmlformats.org/officeDocument/2006/relationships/slide" Target="/ppt/slides/slide6.xml" Id="Ra6e341961d784a3c" /><Relationship Type="http://schemas.openxmlformats.org/officeDocument/2006/relationships/slide" Target="/ppt/slides/slide7.xml" Id="Ra100ab8b38304f2b" /><Relationship Type="http://schemas.openxmlformats.org/officeDocument/2006/relationships/slide" Target="/ppt/slides/slide8.xml" Id="R508d854254544b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dee240462c543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81aba36e584d2e" /><Relationship Type="http://schemas.openxmlformats.org/officeDocument/2006/relationships/notesMaster" Target="/ppt/notesMasters/notesMaster1.xml" Id="R07ce9f405b9140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65d9d5a88f4cf8" /><Relationship Type="http://schemas.openxmlformats.org/officeDocument/2006/relationships/notesMaster" Target="/ppt/notesMasters/notesMaster1.xml" Id="R46251b8819e64f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75769776064434" /><Relationship Type="http://schemas.openxmlformats.org/officeDocument/2006/relationships/notesMaster" Target="/ppt/notesMasters/notesMaster1.xml" Id="R44891bdf201b4e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39d429886f84f22" /><Relationship Type="http://schemas.openxmlformats.org/officeDocument/2006/relationships/notesMaster" Target="/ppt/notesMasters/notesMaster1.xml" Id="R7a384740ae8a463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2f9669dad04c79" /><Relationship Type="http://schemas.openxmlformats.org/officeDocument/2006/relationships/notesMaster" Target="/ppt/notesMasters/notesMaster1.xml" Id="Raab4766c75324e7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273f76099ad4a87" /><Relationship Type="http://schemas.openxmlformats.org/officeDocument/2006/relationships/notesMaster" Target="/ppt/notesMasters/notesMaster1.xml" Id="Rca1fc380638a49b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7c40f6767e04293" /><Relationship Type="http://schemas.openxmlformats.org/officeDocument/2006/relationships/notesMaster" Target="/ppt/notesMasters/notesMaster1.xml" Id="Rfecab3901c834af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3ba914d7a74ee7" /><Relationship Type="http://schemas.openxmlformats.org/officeDocument/2006/relationships/notesMaster" Target="/ppt/notesMasters/notesMaster1.xml" Id="R62e61f779adf45c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Introduce SpendSmart as a personal finance tracker built as a full-stack college project. The presentation follows the user workflow, then explains the implementation and a short demo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central goal is to turn individual records into a monthly view. Emphasize the simple loop: record, set a limit, then review.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through the five current application pages. Transaction, budget and category data feed the Overview and Reports pages.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Describe the budget feature without using sample amounts. Each budget is stored with a category and YYYY-MM month, and the UI reflects progress or over-budget status.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path from UI to database. The frontend uses an Axios service layer; Express routes handle resources and monthly reports; Mongoose models define persisted records. The health route reports API and database connectivity.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Summarize the three Mongoose models. Budget uniqueness is enforced for category plus month. The backend also validates incoming fields and prevents deleting categories that are still referenced.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report endpoint computes monthly totals and comparison data server-side. It also produces category summaries and a six-month expense series used by the Reports page.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For the live demo, use a test database and a few sample records. Finish by stating the current scope accurately: the app is a single shared workspace and does not yet provide login or per-user data separation.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018555023447c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982f3f96134a7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bcbb37490e4b3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c39bc9e4794e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1f3d420549456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7b5b38d6734f4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B7EE529-7E2C-47C5-9037-75FA71A93A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75F3D94-653F-40DE-BCDA-D9B40B1619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1B67846-856C-485E-9E98-F83D3C4421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2FB9E9-07DD-40EF-B3B7-6A7789F3BE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5E0F3A-6810-4B7D-840E-5BA8F61F6C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1895F1-5C5C-4BEC-B806-48B8D0A7B9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26ABC1-2390-4788-A07B-85CAEDC4C7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BD0A55F-A0FC-40FB-8E55-C62E3D1ECEE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8DD264-1D9F-4963-9A7F-E5C939C4CD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BE2E177-D74D-4164-8DD2-254BCC271E7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ced706d784829" /><Relationship Type="http://schemas.openxmlformats.org/officeDocument/2006/relationships/slideLayout" Target="/ppt/slideLayouts/slideLayout1.xml" Id="R7ad328dc38bb4e8d" /><Relationship Type="http://schemas.openxmlformats.org/officeDocument/2006/relationships/slideLayout" Target="/ppt/slideLayouts/slideLayout2.xml" Id="R442d902d3adf4a94" /><Relationship Type="http://schemas.openxmlformats.org/officeDocument/2006/relationships/slideLayout" Target="/ppt/slideLayouts/slideLayout3.xml" Id="Rdbcac5c0a3a04ccd" /><Relationship Type="http://schemas.openxmlformats.org/officeDocument/2006/relationships/slideLayout" Target="/ppt/slideLayouts/slideLayout4.xml" Id="Re31b6ffee7f546f7" /><Relationship Type="http://schemas.openxmlformats.org/officeDocument/2006/relationships/slideLayout" Target="/ppt/slideLayouts/slideLayout5.xml" Id="R1e0af4359472457e" /><Relationship Type="http://schemas.openxmlformats.org/officeDocument/2006/relationships/slideLayout" Target="/ppt/slideLayouts/slideLayout6.xml" Id="R29a557a05cd940e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ad328dc38bb4e8d"/>
    <p:sldLayoutId xmlns:r="http://schemas.openxmlformats.org/officeDocument/2006/relationships" id="2147483650" r:id="R442d902d3adf4a94"/>
    <p:sldLayoutId xmlns:r="http://schemas.openxmlformats.org/officeDocument/2006/relationships" id="2147483651" r:id="Rdbcac5c0a3a04ccd"/>
    <p:sldLayoutId xmlns:r="http://schemas.openxmlformats.org/officeDocument/2006/relationships" id="2147483652" r:id="Re31b6ffee7f546f7"/>
    <p:sldLayoutId xmlns:r="http://schemas.openxmlformats.org/officeDocument/2006/relationships" id="2147483653" r:id="R1e0af4359472457e"/>
    <p:sldLayoutId xmlns:r="http://schemas.openxmlformats.org/officeDocument/2006/relationships" id="2147483654" r:id="R29a557a05cd940e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8bcde272f22473a" /><Relationship Type="http://schemas.openxmlformats.org/officeDocument/2006/relationships/notesSlide" Target="/ppt/notesSlides/notesSlide1.xml" Id="R430a13ed62b9496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3b9e3f5d904af2" /><Relationship Type="http://schemas.openxmlformats.org/officeDocument/2006/relationships/notesSlide" Target="/ppt/notesSlides/notesSlide2.xml" Id="Rcbb977fa67be4b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28d9f5b94e41ef" /><Relationship Type="http://schemas.openxmlformats.org/officeDocument/2006/relationships/notesSlide" Target="/ppt/notesSlides/notesSlide3.xml" Id="Ra1b8c5cf2893497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443ce0f39ad42e7" /><Relationship Type="http://schemas.openxmlformats.org/officeDocument/2006/relationships/notesSlide" Target="/ppt/notesSlides/notesSlide4.xml" Id="Rb194c109de844c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e7aa73f7c849e0" /><Relationship Type="http://schemas.openxmlformats.org/officeDocument/2006/relationships/notesSlide" Target="/ppt/notesSlides/notesSlide5.xml" Id="Rfa8cc8fecd8c4c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87fc624429483d" /><Relationship Type="http://schemas.openxmlformats.org/officeDocument/2006/relationships/notesSlide" Target="/ppt/notesSlides/notesSlide6.xml" Id="R4daadad99c6e464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912b2302e64782" /><Relationship Type="http://schemas.openxmlformats.org/officeDocument/2006/relationships/notesSlide" Target="/ppt/notesSlides/notesSlide7.xml" Id="Rbb3e187acf074cc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7651c3bf2c84d6c" /><Relationship Type="http://schemas.openxmlformats.org/officeDocument/2006/relationships/notesSlide" Target="/ppt/notesSlides/notesSlide8.xml" Id="R0b0d5cf829a049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D5B85E-E9A8-4FCD-B2DE-9634CB85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63D5F-743E-44DB-BC9A-F441A6548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763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125" b="1">
                <a:solidFill>
                  <a:srgbClr val="BDB3FF"/>
                </a:solidFill>
              </a:defRPr>
            </a:defPPr>
            <a:lvl1pPr algn="l">
              <a:defRPr sz="1125" b="1">
                <a:solidFill>
                  <a:srgbClr val="BDB3FF"/>
                </a:solidFill>
              </a:defRPr>
            </a:lvl1pPr>
            <a:lvl2pPr algn="l">
              <a:defRPr sz="1125" b="1">
                <a:solidFill>
                  <a:srgbClr val="BDB3FF"/>
                </a:solidFill>
              </a:defRPr>
            </a:lvl2pPr>
            <a:lvl3pPr algn="l">
              <a:defRPr sz="1125" b="1">
                <a:solidFill>
                  <a:srgbClr val="BDB3FF"/>
                </a:solidFill>
              </a:defRPr>
            </a:lvl3pPr>
            <a:lvl4pPr algn="l">
              <a:defRPr sz="1125" b="1">
                <a:solidFill>
                  <a:srgbClr val="BDB3FF"/>
                </a:solidFill>
              </a:defRPr>
            </a:lvl4pPr>
            <a:lvl5pPr algn="l">
              <a:defRPr sz="1125" b="1">
                <a:solidFill>
                  <a:srgbClr val="BDB3FF"/>
                </a:solidFill>
              </a:defRPr>
            </a:lvl5pPr>
            <a:lvl6pPr algn="l">
              <a:defRPr sz="1125" b="1">
                <a:solidFill>
                  <a:srgbClr val="BDB3FF"/>
                </a:solidFill>
              </a:defRPr>
            </a:lvl6pPr>
            <a:lvl7pPr algn="l">
              <a:defRPr sz="1125" b="1">
                <a:solidFill>
                  <a:srgbClr val="BDB3FF"/>
                </a:solidFill>
              </a:defRPr>
            </a:lvl7pPr>
            <a:lvl8pPr algn="l">
              <a:defRPr sz="1125" b="1">
                <a:solidFill>
                  <a:srgbClr val="BDB3FF"/>
                </a:solidFill>
              </a:defRPr>
            </a:lvl8pPr>
            <a:lvl9pPr algn="l">
              <a:defRPr sz="1125" b="1">
                <a:solidFill>
                  <a:srgbClr val="BDB3FF"/>
                </a:solidFill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BDB3FF"/>
                </a:solidFill>
              </a:defRPr>
            </a:pPr>
            <a:r>
              <a:rPr sz="1125" b="1">
                <a:solidFill>
                  <a:srgbClr val="BDB3FF"/>
                </a:solidFill>
              </a:rPr>
              <a:t>PERSONAL FINANCE TRACKER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47B62B-833D-433A-99B5-21C4CA64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43075"/>
            <a:ext cx="6762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5700" b="1">
                <a:solidFill>
                  <a:srgbClr val="FFFFFF"/>
                </a:solidFill>
              </a:defRPr>
            </a:defPPr>
            <a:lvl1pPr algn="l">
              <a:defRPr sz="5700" b="1">
                <a:solidFill>
                  <a:srgbClr val="FFFFFF"/>
                </a:solidFill>
              </a:defRPr>
            </a:lvl1pPr>
            <a:lvl2pPr algn="l">
              <a:defRPr sz="5700" b="1">
                <a:solidFill>
                  <a:srgbClr val="FFFFFF"/>
                </a:solidFill>
              </a:defRPr>
            </a:lvl2pPr>
            <a:lvl3pPr algn="l">
              <a:defRPr sz="5700" b="1">
                <a:solidFill>
                  <a:srgbClr val="FFFFFF"/>
                </a:solidFill>
              </a:defRPr>
            </a:lvl3pPr>
            <a:lvl4pPr algn="l">
              <a:defRPr sz="5700" b="1">
                <a:solidFill>
                  <a:srgbClr val="FFFFFF"/>
                </a:solidFill>
              </a:defRPr>
            </a:lvl4pPr>
            <a:lvl5pPr algn="l">
              <a:defRPr sz="5700" b="1">
                <a:solidFill>
                  <a:srgbClr val="FFFFFF"/>
                </a:solidFill>
              </a:defRPr>
            </a:lvl5pPr>
            <a:lvl6pPr algn="l">
              <a:defRPr sz="5700" b="1">
                <a:solidFill>
                  <a:srgbClr val="FFFFFF"/>
                </a:solidFill>
              </a:defRPr>
            </a:lvl6pPr>
            <a:lvl7pPr algn="l">
              <a:defRPr sz="5700" b="1">
                <a:solidFill>
                  <a:srgbClr val="FFFFFF"/>
                </a:solidFill>
              </a:defRPr>
            </a:lvl7pPr>
            <a:lvl8pPr algn="l">
              <a:defRPr sz="5700" b="1">
                <a:solidFill>
                  <a:srgbClr val="FFFFFF"/>
                </a:solidFill>
              </a:defRPr>
            </a:lvl8pPr>
            <a:lvl9pPr algn="l">
              <a:defRPr sz="57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5700" b="1">
                <a:solidFill>
                  <a:srgbClr val="FFFFFF"/>
                </a:solidFill>
              </a:defRPr>
            </a:pPr>
            <a:r>
              <a:rPr sz="5700" b="1">
                <a:solidFill>
                  <a:srgbClr val="FFFFFF"/>
                </a:solidFill>
              </a:rPr>
              <a:t>SpendSmart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8EEBC-E829-4629-8B9E-AAB765086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95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07172E-2016-4260-A735-61B507EF6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100" b="0">
                <a:solidFill>
                  <a:srgbClr val="D2D5E0"/>
                </a:solidFill>
              </a:defRPr>
            </a:defPPr>
            <a:lvl1pPr algn="l">
              <a:defRPr sz="2100" b="0">
                <a:solidFill>
                  <a:srgbClr val="D2D5E0"/>
                </a:solidFill>
              </a:defRPr>
            </a:lvl1pPr>
            <a:lvl2pPr algn="l">
              <a:defRPr sz="2100" b="0">
                <a:solidFill>
                  <a:srgbClr val="D2D5E0"/>
                </a:solidFill>
              </a:defRPr>
            </a:lvl2pPr>
            <a:lvl3pPr algn="l">
              <a:defRPr sz="2100" b="0">
                <a:solidFill>
                  <a:srgbClr val="D2D5E0"/>
                </a:solidFill>
              </a:defRPr>
            </a:lvl3pPr>
            <a:lvl4pPr algn="l">
              <a:defRPr sz="2100" b="0">
                <a:solidFill>
                  <a:srgbClr val="D2D5E0"/>
                </a:solidFill>
              </a:defRPr>
            </a:lvl4pPr>
            <a:lvl5pPr algn="l">
              <a:defRPr sz="2100" b="0">
                <a:solidFill>
                  <a:srgbClr val="D2D5E0"/>
                </a:solidFill>
              </a:defRPr>
            </a:lvl5pPr>
            <a:lvl6pPr algn="l">
              <a:defRPr sz="2100" b="0">
                <a:solidFill>
                  <a:srgbClr val="D2D5E0"/>
                </a:solidFill>
              </a:defRPr>
            </a:lvl6pPr>
            <a:lvl7pPr algn="l">
              <a:defRPr sz="2100" b="0">
                <a:solidFill>
                  <a:srgbClr val="D2D5E0"/>
                </a:solidFill>
              </a:defRPr>
            </a:lvl7pPr>
            <a:lvl8pPr algn="l">
              <a:defRPr sz="2100" b="0">
                <a:solidFill>
                  <a:srgbClr val="D2D5E0"/>
                </a:solidFill>
              </a:defRPr>
            </a:lvl8pPr>
            <a:lvl9pPr algn="l">
              <a:defRPr sz="2100" b="0">
                <a:solidFill>
                  <a:srgbClr val="D2D5E0"/>
                </a:solidFill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D2D5E0"/>
                </a:solidFill>
              </a:defRPr>
            </a:pPr>
            <a:r>
              <a:rPr sz="2100" b="0">
                <a:solidFill>
                  <a:srgbClr val="D2D5E0"/>
                </a:solidFill>
              </a:rPr>
              <a:t>Track spending. Set limits. See patterns.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1FFEF-4599-4221-99F5-880C8FF0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9100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00" b="0">
                <a:solidFill>
                  <a:srgbClr val="A9AEC0"/>
                </a:solidFill>
              </a:defRPr>
            </a:defPPr>
            <a:lvl1pPr algn="l">
              <a:defRPr sz="1500" b="0">
                <a:solidFill>
                  <a:srgbClr val="A9AEC0"/>
                </a:solidFill>
              </a:defRPr>
            </a:lvl1pPr>
            <a:lvl2pPr algn="l">
              <a:defRPr sz="1500" b="0">
                <a:solidFill>
                  <a:srgbClr val="A9AEC0"/>
                </a:solidFill>
              </a:defRPr>
            </a:lvl2pPr>
            <a:lvl3pPr algn="l">
              <a:defRPr sz="1500" b="0">
                <a:solidFill>
                  <a:srgbClr val="A9AEC0"/>
                </a:solidFill>
              </a:defRPr>
            </a:lvl3pPr>
            <a:lvl4pPr algn="l">
              <a:defRPr sz="1500" b="0">
                <a:solidFill>
                  <a:srgbClr val="A9AEC0"/>
                </a:solidFill>
              </a:defRPr>
            </a:lvl4pPr>
            <a:lvl5pPr algn="l">
              <a:defRPr sz="1500" b="0">
                <a:solidFill>
                  <a:srgbClr val="A9AEC0"/>
                </a:solidFill>
              </a:defRPr>
            </a:lvl5pPr>
            <a:lvl6pPr algn="l">
              <a:defRPr sz="1500" b="0">
                <a:solidFill>
                  <a:srgbClr val="A9AEC0"/>
                </a:solidFill>
              </a:defRPr>
            </a:lvl6pPr>
            <a:lvl7pPr algn="l">
              <a:defRPr sz="1500" b="0">
                <a:solidFill>
                  <a:srgbClr val="A9AEC0"/>
                </a:solidFill>
              </a:defRPr>
            </a:lvl7pPr>
            <a:lvl8pPr algn="l">
              <a:defRPr sz="1500" b="0">
                <a:solidFill>
                  <a:srgbClr val="A9AEC0"/>
                </a:solidFill>
              </a:defRPr>
            </a:lvl8pPr>
            <a:lvl9pPr algn="l">
              <a:defRPr sz="1500" b="0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A9AEC0"/>
                </a:solidFill>
              </a:defRPr>
            </a:pPr>
            <a:r>
              <a:rPr sz="1500" b="0">
                <a:solidFill>
                  <a:srgbClr val="A9AEC0"/>
                </a:solidFill>
              </a:rPr>
              <a:t>A full-stack college 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F1436-4990-4023-802A-63ECA5BA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CAC6E-FA79-4CCF-8B8A-62B2A3F7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33DEF1-5D13-4E1C-B963-C1C0BD95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57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C6C9D4"/>
                </a:solidFill>
              </a:defRPr>
            </a:defPPr>
            <a:lvl1pPr algn="ctr">
              <a:defRPr sz="900" b="1">
                <a:solidFill>
                  <a:srgbClr val="C6C9D4"/>
                </a:solidFill>
              </a:defRPr>
            </a:lvl1pPr>
            <a:lvl2pPr algn="ctr">
              <a:defRPr sz="900" b="1">
                <a:solidFill>
                  <a:srgbClr val="C6C9D4"/>
                </a:solidFill>
              </a:defRPr>
            </a:lvl2pPr>
            <a:lvl3pPr algn="ctr">
              <a:defRPr sz="900" b="1">
                <a:solidFill>
                  <a:srgbClr val="C6C9D4"/>
                </a:solidFill>
              </a:defRPr>
            </a:lvl3pPr>
            <a:lvl4pPr algn="ctr">
              <a:defRPr sz="900" b="1">
                <a:solidFill>
                  <a:srgbClr val="C6C9D4"/>
                </a:solidFill>
              </a:defRPr>
            </a:lvl4pPr>
            <a:lvl5pPr algn="ctr">
              <a:defRPr sz="900" b="1">
                <a:solidFill>
                  <a:srgbClr val="C6C9D4"/>
                </a:solidFill>
              </a:defRPr>
            </a:lvl5pPr>
            <a:lvl6pPr algn="ctr">
              <a:defRPr sz="900" b="1">
                <a:solidFill>
                  <a:srgbClr val="C6C9D4"/>
                </a:solidFill>
              </a:defRPr>
            </a:lvl6pPr>
            <a:lvl7pPr algn="ctr">
              <a:defRPr sz="900" b="1">
                <a:solidFill>
                  <a:srgbClr val="C6C9D4"/>
                </a:solidFill>
              </a:defRPr>
            </a:lvl7pPr>
            <a:lvl8pPr algn="ctr">
              <a:defRPr sz="900" b="1">
                <a:solidFill>
                  <a:srgbClr val="C6C9D4"/>
                </a:solidFill>
              </a:defRPr>
            </a:lvl8pPr>
            <a:lvl9pPr algn="ctr">
              <a:defRPr sz="900" b="1">
                <a:solidFill>
                  <a:srgbClr val="C6C9D4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C6C9D4"/>
                </a:solidFill>
              </a:defRPr>
            </a:pPr>
            <a:r>
              <a:rPr sz="900" b="1">
                <a:solidFill>
                  <a:srgbClr val="C6C9D4"/>
                </a:solidFill>
              </a:rPr>
              <a:t>RECORD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867AB7-6A2E-475E-9A0C-E1FC2B85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7432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17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2D0EB-600C-4E67-9541-CCA770EE5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38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83EA9B-E75A-4F58-AF36-F888D095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38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7B4315-A165-4EF9-ACD9-A1EEE6F7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C6C9D4"/>
                </a:solidFill>
              </a:defRPr>
            </a:defPPr>
            <a:lvl1pPr algn="ctr">
              <a:defRPr sz="900" b="1">
                <a:solidFill>
                  <a:srgbClr val="C6C9D4"/>
                </a:solidFill>
              </a:defRPr>
            </a:lvl1pPr>
            <a:lvl2pPr algn="ctr">
              <a:defRPr sz="900" b="1">
                <a:solidFill>
                  <a:srgbClr val="C6C9D4"/>
                </a:solidFill>
              </a:defRPr>
            </a:lvl2pPr>
            <a:lvl3pPr algn="ctr">
              <a:defRPr sz="900" b="1">
                <a:solidFill>
                  <a:srgbClr val="C6C9D4"/>
                </a:solidFill>
              </a:defRPr>
            </a:lvl3pPr>
            <a:lvl4pPr algn="ctr">
              <a:defRPr sz="900" b="1">
                <a:solidFill>
                  <a:srgbClr val="C6C9D4"/>
                </a:solidFill>
              </a:defRPr>
            </a:lvl4pPr>
            <a:lvl5pPr algn="ctr">
              <a:defRPr sz="900" b="1">
                <a:solidFill>
                  <a:srgbClr val="C6C9D4"/>
                </a:solidFill>
              </a:defRPr>
            </a:lvl5pPr>
            <a:lvl6pPr algn="ctr">
              <a:defRPr sz="900" b="1">
                <a:solidFill>
                  <a:srgbClr val="C6C9D4"/>
                </a:solidFill>
              </a:defRPr>
            </a:lvl6pPr>
            <a:lvl7pPr algn="ctr">
              <a:defRPr sz="900" b="1">
                <a:solidFill>
                  <a:srgbClr val="C6C9D4"/>
                </a:solidFill>
              </a:defRPr>
            </a:lvl7pPr>
            <a:lvl8pPr algn="ctr">
              <a:defRPr sz="900" b="1">
                <a:solidFill>
                  <a:srgbClr val="C6C9D4"/>
                </a:solidFill>
              </a:defRPr>
            </a:lvl8pPr>
            <a:lvl9pPr algn="ctr">
              <a:defRPr sz="900" b="1">
                <a:solidFill>
                  <a:srgbClr val="C6C9D4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C6C9D4"/>
                </a:solidFill>
              </a:defRPr>
            </a:pPr>
            <a:r>
              <a:rPr sz="900" b="1">
                <a:solidFill>
                  <a:srgbClr val="C6C9D4"/>
                </a:solidFill>
              </a:rPr>
              <a:t>ORGANIZE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AFB4F-6A27-4A1B-B855-E73107DB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743200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D617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ED8D62-13E9-4523-AA01-8CC1BFA7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384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182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A68BCB-E6F6-41E7-BDCD-36EBC4D40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384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</a:defRPr>
            </a:defPPr>
            <a:lvl1pPr algn="ctr">
              <a:defRPr sz="1650" b="1">
                <a:solidFill>
                  <a:srgbClr val="FFFFFF"/>
                </a:solidFill>
              </a:defRPr>
            </a:lvl1pPr>
            <a:lvl2pPr algn="ctr">
              <a:defRPr sz="1650" b="1">
                <a:solidFill>
                  <a:srgbClr val="FFFFFF"/>
                </a:solidFill>
              </a:defRPr>
            </a:lvl2pPr>
            <a:lvl3pPr algn="ctr">
              <a:defRPr sz="1650" b="1">
                <a:solidFill>
                  <a:srgbClr val="FFFFFF"/>
                </a:solidFill>
              </a:defRPr>
            </a:lvl3pPr>
            <a:lvl4pPr algn="ctr">
              <a:defRPr sz="1650" b="1">
                <a:solidFill>
                  <a:srgbClr val="FFFFFF"/>
                </a:solidFill>
              </a:defRPr>
            </a:lvl4pPr>
            <a:lvl5pPr algn="ctr">
              <a:defRPr sz="1650" b="1">
                <a:solidFill>
                  <a:srgbClr val="FFFFFF"/>
                </a:solidFill>
              </a:defRPr>
            </a:lvl5pPr>
            <a:lvl6pPr algn="ctr">
              <a:defRPr sz="1650" b="1">
                <a:solidFill>
                  <a:srgbClr val="FFFFFF"/>
                </a:solidFill>
              </a:defRPr>
            </a:lvl6pPr>
            <a:lvl7pPr algn="ctr">
              <a:defRPr sz="1650" b="1">
                <a:solidFill>
                  <a:srgbClr val="FFFFFF"/>
                </a:solidFill>
              </a:defRPr>
            </a:lvl7pPr>
            <a:lvl8pPr algn="ctr">
              <a:defRPr sz="1650" b="1">
                <a:solidFill>
                  <a:srgbClr val="FFFFFF"/>
                </a:solidFill>
              </a:defRPr>
            </a:lvl8pPr>
            <a:lvl9pPr algn="ctr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C2E95D-FE5D-4E5C-917D-29A12389F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2575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C6C9D4"/>
                </a:solidFill>
              </a:defRPr>
            </a:defPPr>
            <a:lvl1pPr algn="ctr">
              <a:defRPr sz="900" b="1">
                <a:solidFill>
                  <a:srgbClr val="C6C9D4"/>
                </a:solidFill>
              </a:defRPr>
            </a:lvl1pPr>
            <a:lvl2pPr algn="ctr">
              <a:defRPr sz="900" b="1">
                <a:solidFill>
                  <a:srgbClr val="C6C9D4"/>
                </a:solidFill>
              </a:defRPr>
            </a:lvl2pPr>
            <a:lvl3pPr algn="ctr">
              <a:defRPr sz="900" b="1">
                <a:solidFill>
                  <a:srgbClr val="C6C9D4"/>
                </a:solidFill>
              </a:defRPr>
            </a:lvl3pPr>
            <a:lvl4pPr algn="ctr">
              <a:defRPr sz="900" b="1">
                <a:solidFill>
                  <a:srgbClr val="C6C9D4"/>
                </a:solidFill>
              </a:defRPr>
            </a:lvl4pPr>
            <a:lvl5pPr algn="ctr">
              <a:defRPr sz="900" b="1">
                <a:solidFill>
                  <a:srgbClr val="C6C9D4"/>
                </a:solidFill>
              </a:defRPr>
            </a:lvl5pPr>
            <a:lvl6pPr algn="ctr">
              <a:defRPr sz="900" b="1">
                <a:solidFill>
                  <a:srgbClr val="C6C9D4"/>
                </a:solidFill>
              </a:defRPr>
            </a:lvl6pPr>
            <a:lvl7pPr algn="ctr">
              <a:defRPr sz="900" b="1">
                <a:solidFill>
                  <a:srgbClr val="C6C9D4"/>
                </a:solidFill>
              </a:defRPr>
            </a:lvl7pPr>
            <a:lvl8pPr algn="ctr">
              <a:defRPr sz="900" b="1">
                <a:solidFill>
                  <a:srgbClr val="C6C9D4"/>
                </a:solidFill>
              </a:defRPr>
            </a:lvl8pPr>
            <a:lvl9pPr algn="ctr">
              <a:defRPr sz="900" b="1">
                <a:solidFill>
                  <a:srgbClr val="C6C9D4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C6C9D4"/>
                </a:solidFill>
              </a:defRPr>
            </a:pPr>
            <a:r>
              <a:rPr sz="900" b="1">
                <a:solidFill>
                  <a:srgbClr val="C6C9D4"/>
                </a:solidFill>
              </a:rPr>
              <a:t>UNDERSTAND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6EE51-5D38-43F3-834D-8C8D94C4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005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0">
                <a:solidFill>
                  <a:srgbClr val="A9AEC0"/>
                </a:solidFill>
              </a:defRPr>
            </a:defPPr>
            <a:lvl1pPr algn="ctr">
              <a:defRPr sz="1200" b="0">
                <a:solidFill>
                  <a:srgbClr val="A9AEC0"/>
                </a:solidFill>
              </a:defRPr>
            </a:lvl1pPr>
            <a:lvl2pPr algn="ctr">
              <a:defRPr sz="1200" b="0">
                <a:solidFill>
                  <a:srgbClr val="A9AEC0"/>
                </a:solidFill>
              </a:defRPr>
            </a:lvl2pPr>
            <a:lvl3pPr algn="ctr">
              <a:defRPr sz="1200" b="0">
                <a:solidFill>
                  <a:srgbClr val="A9AEC0"/>
                </a:solidFill>
              </a:defRPr>
            </a:lvl3pPr>
            <a:lvl4pPr algn="ctr">
              <a:defRPr sz="1200" b="0">
                <a:solidFill>
                  <a:srgbClr val="A9AEC0"/>
                </a:solidFill>
              </a:defRPr>
            </a:lvl4pPr>
            <a:lvl5pPr algn="ctr">
              <a:defRPr sz="1200" b="0">
                <a:solidFill>
                  <a:srgbClr val="A9AEC0"/>
                </a:solidFill>
              </a:defRPr>
            </a:lvl5pPr>
            <a:lvl6pPr algn="ctr">
              <a:defRPr sz="1200" b="0">
                <a:solidFill>
                  <a:srgbClr val="A9AEC0"/>
                </a:solidFill>
              </a:defRPr>
            </a:lvl6pPr>
            <a:lvl7pPr algn="ctr">
              <a:defRPr sz="1200" b="0">
                <a:solidFill>
                  <a:srgbClr val="A9AEC0"/>
                </a:solidFill>
              </a:defRPr>
            </a:lvl7pPr>
            <a:lvl8pPr algn="ctr">
              <a:defRPr sz="1200" b="0">
                <a:solidFill>
                  <a:srgbClr val="A9AEC0"/>
                </a:solidFill>
              </a:defRPr>
            </a:lvl8pPr>
            <a:lvl9pPr algn="ctr">
              <a:defRPr sz="1200" b="0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ctr">
              <a:defRPr sz="1200" b="0">
                <a:solidFill>
                  <a:srgbClr val="A9AEC0"/>
                </a:solidFill>
              </a:defRPr>
            </a:pPr>
            <a:r>
              <a:rPr sz="1200" b="0">
                <a:solidFill>
                  <a:srgbClr val="A9AEC0"/>
                </a:solidFill>
              </a:rPr>
              <a:t>React  ·  Express  ·  MongoDB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61CB0F-357E-44A6-AC5D-BDC0E7C6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A9AEC0"/>
                </a:solidFill>
              </a:defRPr>
            </a:defPPr>
            <a:lvl1pPr algn="l">
              <a:defRPr sz="900" b="1">
                <a:solidFill>
                  <a:srgbClr val="A9AEC0"/>
                </a:solidFill>
              </a:defRPr>
            </a:lvl1pPr>
            <a:lvl2pPr algn="l">
              <a:defRPr sz="900" b="1">
                <a:solidFill>
                  <a:srgbClr val="A9AEC0"/>
                </a:solidFill>
              </a:defRPr>
            </a:lvl2pPr>
            <a:lvl3pPr algn="l">
              <a:defRPr sz="900" b="1">
                <a:solidFill>
                  <a:srgbClr val="A9AEC0"/>
                </a:solidFill>
              </a:defRPr>
            </a:lvl3pPr>
            <a:lvl4pPr algn="l">
              <a:defRPr sz="900" b="1">
                <a:solidFill>
                  <a:srgbClr val="A9AEC0"/>
                </a:solidFill>
              </a:defRPr>
            </a:lvl4pPr>
            <a:lvl5pPr algn="l">
              <a:defRPr sz="900" b="1">
                <a:solidFill>
                  <a:srgbClr val="A9AEC0"/>
                </a:solidFill>
              </a:defRPr>
            </a:lvl5pPr>
            <a:lvl6pPr algn="l">
              <a:defRPr sz="900" b="1">
                <a:solidFill>
                  <a:srgbClr val="A9AEC0"/>
                </a:solidFill>
              </a:defRPr>
            </a:lvl6pPr>
            <a:lvl7pPr algn="l">
              <a:defRPr sz="900" b="1">
                <a:solidFill>
                  <a:srgbClr val="A9AEC0"/>
                </a:solidFill>
              </a:defRPr>
            </a:lvl7pPr>
            <a:lvl8pPr algn="l">
              <a:defRPr sz="900" b="1">
                <a:solidFill>
                  <a:srgbClr val="A9AEC0"/>
                </a:solidFill>
              </a:defRPr>
            </a:lvl8pPr>
            <a:lvl9pPr algn="l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SPENDSMART  /  CLASS PROJECT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B93902-3C57-4C5A-885F-2FF0536C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A9AEC0"/>
                </a:solidFill>
              </a:defRPr>
            </a:defPPr>
            <a:lvl1pPr algn="r">
              <a:defRPr sz="900" b="1">
                <a:solidFill>
                  <a:srgbClr val="A9AEC0"/>
                </a:solidFill>
              </a:defRPr>
            </a:lvl1pPr>
            <a:lvl2pPr algn="r">
              <a:defRPr sz="900" b="1">
                <a:solidFill>
                  <a:srgbClr val="A9AEC0"/>
                </a:solidFill>
              </a:defRPr>
            </a:lvl2pPr>
            <a:lvl3pPr algn="r">
              <a:defRPr sz="900" b="1">
                <a:solidFill>
                  <a:srgbClr val="A9AEC0"/>
                </a:solidFill>
              </a:defRPr>
            </a:lvl3pPr>
            <a:lvl4pPr algn="r">
              <a:defRPr sz="900" b="1">
                <a:solidFill>
                  <a:srgbClr val="A9AEC0"/>
                </a:solidFill>
              </a:defRPr>
            </a:lvl4pPr>
            <a:lvl5pPr algn="r">
              <a:defRPr sz="900" b="1">
                <a:solidFill>
                  <a:srgbClr val="A9AEC0"/>
                </a:solidFill>
              </a:defRPr>
            </a:lvl5pPr>
            <a:lvl6pPr algn="r">
              <a:defRPr sz="900" b="1">
                <a:solidFill>
                  <a:srgbClr val="A9AEC0"/>
                </a:solidFill>
              </a:defRPr>
            </a:lvl6pPr>
            <a:lvl7pPr algn="r">
              <a:defRPr sz="900" b="1">
                <a:solidFill>
                  <a:srgbClr val="A9AEC0"/>
                </a:solidFill>
              </a:defRPr>
            </a:lvl7pPr>
            <a:lvl8pPr algn="r">
              <a:defRPr sz="900" b="1">
                <a:solidFill>
                  <a:srgbClr val="A9AEC0"/>
                </a:solidFill>
              </a:defRPr>
            </a:lvl8pPr>
            <a:lvl9pPr algn="r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261278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A617FD-609B-42F9-80CA-103855916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PROJECT GOAL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FAB7E-1D54-444F-8597-6DBE67D0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72033"/>
                </a:solidFill>
              </a:defRPr>
            </a:defPPr>
            <a:lvl1pPr algn="l">
              <a:defRPr sz="3450" b="1">
                <a:solidFill>
                  <a:srgbClr val="172033"/>
                </a:solidFill>
              </a:defRPr>
            </a:lvl1pPr>
            <a:lvl2pPr algn="l">
              <a:defRPr sz="3450" b="1">
                <a:solidFill>
                  <a:srgbClr val="172033"/>
                </a:solidFill>
              </a:defRPr>
            </a:lvl2pPr>
            <a:lvl3pPr algn="l">
              <a:defRPr sz="3450" b="1">
                <a:solidFill>
                  <a:srgbClr val="172033"/>
                </a:solidFill>
              </a:defRPr>
            </a:lvl3pPr>
            <a:lvl4pPr algn="l">
              <a:defRPr sz="3450" b="1">
                <a:solidFill>
                  <a:srgbClr val="172033"/>
                </a:solidFill>
              </a:defRPr>
            </a:lvl4pPr>
            <a:lvl5pPr algn="l">
              <a:defRPr sz="3450" b="1">
                <a:solidFill>
                  <a:srgbClr val="172033"/>
                </a:solidFill>
              </a:defRPr>
            </a:lvl5pPr>
            <a:lvl6pPr algn="l">
              <a:defRPr sz="3450" b="1">
                <a:solidFill>
                  <a:srgbClr val="172033"/>
                </a:solidFill>
              </a:defRPr>
            </a:lvl6pPr>
            <a:lvl7pPr algn="l">
              <a:defRPr sz="3450" b="1">
                <a:solidFill>
                  <a:srgbClr val="172033"/>
                </a:solidFill>
              </a:defRPr>
            </a:lvl7pPr>
            <a:lvl8pPr algn="l">
              <a:defRPr sz="3450" b="1">
                <a:solidFill>
                  <a:srgbClr val="172033"/>
                </a:solidFill>
              </a:defRPr>
            </a:lvl8pPr>
            <a:lvl9pPr algn="l">
              <a:defRPr sz="34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Make monthly spending easier to understand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E1C47-E865-4E36-985A-296BA7FE8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579"/>
                </a:solidFill>
              </a:defRPr>
            </a:defPPr>
            <a:lvl1pPr algn="l">
              <a:defRPr sz="1575" b="0">
                <a:solidFill>
                  <a:srgbClr val="596579"/>
                </a:solidFill>
              </a:defRPr>
            </a:lvl1pPr>
            <a:lvl2pPr algn="l">
              <a:defRPr sz="1575" b="0">
                <a:solidFill>
                  <a:srgbClr val="596579"/>
                </a:solidFill>
              </a:defRPr>
            </a:lvl2pPr>
            <a:lvl3pPr algn="l">
              <a:defRPr sz="1575" b="0">
                <a:solidFill>
                  <a:srgbClr val="596579"/>
                </a:solidFill>
              </a:defRPr>
            </a:lvl3pPr>
            <a:lvl4pPr algn="l">
              <a:defRPr sz="1575" b="0">
                <a:solidFill>
                  <a:srgbClr val="596579"/>
                </a:solidFill>
              </a:defRPr>
            </a:lvl4pPr>
            <a:lvl5pPr algn="l">
              <a:defRPr sz="1575" b="0">
                <a:solidFill>
                  <a:srgbClr val="596579"/>
                </a:solidFill>
              </a:defRPr>
            </a:lvl5pPr>
            <a:lvl6pPr algn="l">
              <a:defRPr sz="1575" b="0">
                <a:solidFill>
                  <a:srgbClr val="596579"/>
                </a:solidFill>
              </a:defRPr>
            </a:lvl6pPr>
            <a:lvl7pPr algn="l">
              <a:defRPr sz="1575" b="0">
                <a:solidFill>
                  <a:srgbClr val="596579"/>
                </a:solidFill>
              </a:defRPr>
            </a:lvl7pPr>
            <a:lvl8pPr algn="l">
              <a:defRPr sz="1575" b="0">
                <a:solidFill>
                  <a:srgbClr val="596579"/>
                </a:solidFill>
              </a:defRPr>
            </a:lvl8pPr>
            <a:lvl9pPr algn="l">
              <a:defRPr sz="15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579"/>
                </a:solidFill>
              </a:defRPr>
            </a:pPr>
            <a:r>
              <a:rPr sz="1575" b="0">
                <a:solidFill>
                  <a:srgbClr val="596579"/>
                </a:solidFill>
              </a:rPr>
              <a:t>The project connects everyday transaction records with category limits and monthly summaries.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7AFC7A-1997-455F-8F74-471E6F17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96579"/>
                </a:solidFill>
              </a:defRPr>
            </a:defPPr>
            <a:lvl1pPr algn="l">
              <a:defRPr sz="900" b="1">
                <a:solidFill>
                  <a:srgbClr val="596579"/>
                </a:solidFill>
              </a:defRPr>
            </a:lvl1pPr>
            <a:lvl2pPr algn="l">
              <a:defRPr sz="900" b="1">
                <a:solidFill>
                  <a:srgbClr val="596579"/>
                </a:solidFill>
              </a:defRPr>
            </a:lvl2pPr>
            <a:lvl3pPr algn="l">
              <a:defRPr sz="900" b="1">
                <a:solidFill>
                  <a:srgbClr val="596579"/>
                </a:solidFill>
              </a:defRPr>
            </a:lvl3pPr>
            <a:lvl4pPr algn="l">
              <a:defRPr sz="900" b="1">
                <a:solidFill>
                  <a:srgbClr val="596579"/>
                </a:solidFill>
              </a:defRPr>
            </a:lvl4pPr>
            <a:lvl5pPr algn="l">
              <a:defRPr sz="900" b="1">
                <a:solidFill>
                  <a:srgbClr val="596579"/>
                </a:solidFill>
              </a:defRPr>
            </a:lvl5pPr>
            <a:lvl6pPr algn="l">
              <a:defRPr sz="900" b="1">
                <a:solidFill>
                  <a:srgbClr val="596579"/>
                </a:solidFill>
              </a:defRPr>
            </a:lvl6pPr>
            <a:lvl7pPr algn="l">
              <a:defRPr sz="900" b="1">
                <a:solidFill>
                  <a:srgbClr val="596579"/>
                </a:solidFill>
              </a:defRPr>
            </a:lvl7pPr>
            <a:lvl8pPr algn="l">
              <a:defRPr sz="900" b="1">
                <a:solidFill>
                  <a:srgbClr val="596579"/>
                </a:solidFill>
              </a:defRPr>
            </a:lvl8pPr>
            <a:lvl9pPr algn="l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2606E-4346-481F-8690-7973C5724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96579"/>
                </a:solidFill>
              </a:defRPr>
            </a:defPPr>
            <a:lvl1pPr algn="r">
              <a:defRPr sz="900" b="1">
                <a:solidFill>
                  <a:srgbClr val="596579"/>
                </a:solidFill>
              </a:defRPr>
            </a:lvl1pPr>
            <a:lvl2pPr algn="r">
              <a:defRPr sz="900" b="1">
                <a:solidFill>
                  <a:srgbClr val="596579"/>
                </a:solidFill>
              </a:defRPr>
            </a:lvl2pPr>
            <a:lvl3pPr algn="r">
              <a:defRPr sz="900" b="1">
                <a:solidFill>
                  <a:srgbClr val="596579"/>
                </a:solidFill>
              </a:defRPr>
            </a:lvl3pPr>
            <a:lvl4pPr algn="r">
              <a:defRPr sz="900" b="1">
                <a:solidFill>
                  <a:srgbClr val="596579"/>
                </a:solidFill>
              </a:defRPr>
            </a:lvl4pPr>
            <a:lvl5pPr algn="r">
              <a:defRPr sz="900" b="1">
                <a:solidFill>
                  <a:srgbClr val="596579"/>
                </a:solidFill>
              </a:defRPr>
            </a:lvl5pPr>
            <a:lvl6pPr algn="r">
              <a:defRPr sz="900" b="1">
                <a:solidFill>
                  <a:srgbClr val="596579"/>
                </a:solidFill>
              </a:defRPr>
            </a:lvl6pPr>
            <a:lvl7pPr algn="r">
              <a:defRPr sz="900" b="1">
                <a:solidFill>
                  <a:srgbClr val="596579"/>
                </a:solidFill>
              </a:defRPr>
            </a:lvl7pPr>
            <a:lvl8pPr algn="r">
              <a:defRPr sz="900" b="1">
                <a:solidFill>
                  <a:srgbClr val="596579"/>
                </a:solidFill>
              </a:defRPr>
            </a:lvl8pPr>
            <a:lvl9pPr algn="r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64214A-82C9-4771-A072-5205BB352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CF674F"/>
                </a:solidFill>
              </a:defRPr>
            </a:defPPr>
            <a:lvl1pPr algn="l">
              <a:defRPr sz="1050" b="1">
                <a:solidFill>
                  <a:srgbClr val="CF674F"/>
                </a:solidFill>
              </a:defRPr>
            </a:lvl1pPr>
            <a:lvl2pPr algn="l">
              <a:defRPr sz="1050" b="1">
                <a:solidFill>
                  <a:srgbClr val="CF674F"/>
                </a:solidFill>
              </a:defRPr>
            </a:lvl2pPr>
            <a:lvl3pPr algn="l">
              <a:defRPr sz="1050" b="1">
                <a:solidFill>
                  <a:srgbClr val="CF674F"/>
                </a:solidFill>
              </a:defRPr>
            </a:lvl3pPr>
            <a:lvl4pPr algn="l">
              <a:defRPr sz="1050" b="1">
                <a:solidFill>
                  <a:srgbClr val="CF674F"/>
                </a:solidFill>
              </a:defRPr>
            </a:lvl4pPr>
            <a:lvl5pPr algn="l">
              <a:defRPr sz="1050" b="1">
                <a:solidFill>
                  <a:srgbClr val="CF674F"/>
                </a:solidFill>
              </a:defRPr>
            </a:lvl5pPr>
            <a:lvl6pPr algn="l">
              <a:defRPr sz="1050" b="1">
                <a:solidFill>
                  <a:srgbClr val="CF674F"/>
                </a:solidFill>
              </a:defRPr>
            </a:lvl6pPr>
            <a:lvl7pPr algn="l">
              <a:defRPr sz="1050" b="1">
                <a:solidFill>
                  <a:srgbClr val="CF674F"/>
                </a:solidFill>
              </a:defRPr>
            </a:lvl7pPr>
            <a:lvl8pPr algn="l">
              <a:defRPr sz="1050" b="1">
                <a:solidFill>
                  <a:srgbClr val="CF674F"/>
                </a:solidFill>
              </a:defRPr>
            </a:lvl8pPr>
            <a:lvl9pPr algn="l">
              <a:defRPr sz="1050" b="1">
                <a:solidFill>
                  <a:srgbClr val="CF674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F674F"/>
                </a:solidFill>
              </a:defRPr>
            </a:pPr>
            <a:r>
              <a:rPr sz="1050" b="1">
                <a:solidFill>
                  <a:srgbClr val="CF674F"/>
                </a:solidFill>
              </a:rPr>
              <a:t>THE CHALLENGE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8D767C-D9B7-4C5B-8788-EC2D3B82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4191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250" b="1">
                <a:solidFill>
                  <a:srgbClr val="172033"/>
                </a:solidFill>
              </a:defRPr>
            </a:defPPr>
            <a:lvl1pPr algn="l">
              <a:defRPr sz="2250" b="1">
                <a:solidFill>
                  <a:srgbClr val="172033"/>
                </a:solidFill>
              </a:defRPr>
            </a:lvl1pPr>
            <a:lvl2pPr algn="l">
              <a:defRPr sz="2250" b="1">
                <a:solidFill>
                  <a:srgbClr val="172033"/>
                </a:solidFill>
              </a:defRPr>
            </a:lvl2pPr>
            <a:lvl3pPr algn="l">
              <a:defRPr sz="2250" b="1">
                <a:solidFill>
                  <a:srgbClr val="172033"/>
                </a:solidFill>
              </a:defRPr>
            </a:lvl3pPr>
            <a:lvl4pPr algn="l">
              <a:defRPr sz="2250" b="1">
                <a:solidFill>
                  <a:srgbClr val="172033"/>
                </a:solidFill>
              </a:defRPr>
            </a:lvl4pPr>
            <a:lvl5pPr algn="l">
              <a:defRPr sz="2250" b="1">
                <a:solidFill>
                  <a:srgbClr val="172033"/>
                </a:solidFill>
              </a:defRPr>
            </a:lvl5pPr>
            <a:lvl6pPr algn="l">
              <a:defRPr sz="2250" b="1">
                <a:solidFill>
                  <a:srgbClr val="172033"/>
                </a:solidFill>
              </a:defRPr>
            </a:lvl6pPr>
            <a:lvl7pPr algn="l">
              <a:defRPr sz="2250" b="1">
                <a:solidFill>
                  <a:srgbClr val="172033"/>
                </a:solidFill>
              </a:defRPr>
            </a:lvl7pPr>
            <a:lvl8pPr algn="l">
              <a:defRPr sz="2250" b="1">
                <a:solidFill>
                  <a:srgbClr val="172033"/>
                </a:solidFill>
              </a:defRPr>
            </a:lvl8pPr>
            <a:lvl9pPr algn="l">
              <a:defRPr sz="22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Income and expenses can be hard to review when records are scattered.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5AD12-16EC-43E2-9542-ACE479C00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86050"/>
            <a:ext cx="0" cy="2724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456326-21F0-45CA-80D2-43F47A8F3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09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THE APPROACH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825E6-46D4-455B-B842-C17C0E51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08B5C7-7AE0-4091-A555-21B2E7C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099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</a:defRPr>
            </a:defPPr>
            <a:lvl1pPr algn="ctr">
              <a:defRPr sz="900" b="1">
                <a:solidFill>
                  <a:srgbClr val="FFFFFF"/>
                </a:solidFill>
              </a:defRPr>
            </a:lvl1pPr>
            <a:lvl2pPr algn="ctr">
              <a:defRPr sz="900" b="1">
                <a:solidFill>
                  <a:srgbClr val="FFFFFF"/>
                </a:solidFill>
              </a:defRPr>
            </a:lvl2pPr>
            <a:lvl3pPr algn="ctr">
              <a:defRPr sz="900" b="1">
                <a:solidFill>
                  <a:srgbClr val="FFFFFF"/>
                </a:solidFill>
              </a:defRPr>
            </a:lvl3pPr>
            <a:lvl4pPr algn="ctr">
              <a:defRPr sz="900" b="1">
                <a:solidFill>
                  <a:srgbClr val="FFFFFF"/>
                </a:solidFill>
              </a:defRPr>
            </a:lvl4pPr>
            <a:lvl5pPr algn="ctr">
              <a:defRPr sz="900" b="1">
                <a:solidFill>
                  <a:srgbClr val="FFFFFF"/>
                </a:solidFill>
              </a:defRPr>
            </a:lvl5pPr>
            <a:lvl6pPr algn="ctr">
              <a:defRPr sz="900" b="1">
                <a:solidFill>
                  <a:srgbClr val="FFFFFF"/>
                </a:solidFill>
              </a:defRPr>
            </a:lvl6pPr>
            <a:lvl7pPr algn="ctr">
              <a:defRPr sz="900" b="1">
                <a:solidFill>
                  <a:srgbClr val="FFFFFF"/>
                </a:solidFill>
              </a:defRPr>
            </a:lvl7pPr>
            <a:lvl8pPr algn="ctr">
              <a:defRPr sz="900" b="1">
                <a:solidFill>
                  <a:srgbClr val="FFFFFF"/>
                </a:solidFill>
              </a:defRPr>
            </a:lvl8pPr>
            <a:lvl9pPr algn="ct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AB4A2F-3228-496D-AC77-6B4F8DDD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908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Capture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01929-96DD-4EAC-84F0-81DDA273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3051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Record income and expenses with date and category.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83A811-6952-4B08-9B69-CF4D9B52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A5CE8F-0717-4C9B-A062-B50BD7DB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862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</a:defRPr>
            </a:defPPr>
            <a:lvl1pPr algn="ctr">
              <a:defRPr sz="900" b="1">
                <a:solidFill>
                  <a:srgbClr val="FFFFFF"/>
                </a:solidFill>
              </a:defRPr>
            </a:lvl1pPr>
            <a:lvl2pPr algn="ctr">
              <a:defRPr sz="900" b="1">
                <a:solidFill>
                  <a:srgbClr val="FFFFFF"/>
                </a:solidFill>
              </a:defRPr>
            </a:lvl2pPr>
            <a:lvl3pPr algn="ctr">
              <a:defRPr sz="900" b="1">
                <a:solidFill>
                  <a:srgbClr val="FFFFFF"/>
                </a:solidFill>
              </a:defRPr>
            </a:lvl3pPr>
            <a:lvl4pPr algn="ctr">
              <a:defRPr sz="900" b="1">
                <a:solidFill>
                  <a:srgbClr val="FFFFFF"/>
                </a:solidFill>
              </a:defRPr>
            </a:lvl4pPr>
            <a:lvl5pPr algn="ctr">
              <a:defRPr sz="900" b="1">
                <a:solidFill>
                  <a:srgbClr val="FFFFFF"/>
                </a:solidFill>
              </a:defRPr>
            </a:lvl5pPr>
            <a:lvl6pPr algn="ctr">
              <a:defRPr sz="900" b="1">
                <a:solidFill>
                  <a:srgbClr val="FFFFFF"/>
                </a:solidFill>
              </a:defRPr>
            </a:lvl6pPr>
            <a:lvl7pPr algn="ctr">
              <a:defRPr sz="900" b="1">
                <a:solidFill>
                  <a:srgbClr val="FFFFFF"/>
                </a:solidFill>
              </a:defRPr>
            </a:lvl7pPr>
            <a:lvl8pPr algn="ctr">
              <a:defRPr sz="900" b="1">
                <a:solidFill>
                  <a:srgbClr val="FFFFFF"/>
                </a:solidFill>
              </a:defRPr>
            </a:lvl8pPr>
            <a:lvl9pPr algn="ct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9A17C9-CC46-440F-88D3-713184DE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8671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Set limits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2B0285-B91E-4EF0-A355-15ECE6DD8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1814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Give each category a monthly budget.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CBC8A5-74F0-4E55-B8E0-DF69A6BF7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8459DB-6FC5-468A-9E1E-881284005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6250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00" b="1">
                <a:solidFill>
                  <a:srgbClr val="FFFFFF"/>
                </a:solidFill>
              </a:defRPr>
            </a:defPPr>
            <a:lvl1pPr algn="ctr">
              <a:defRPr sz="900" b="1">
                <a:solidFill>
                  <a:srgbClr val="FFFFFF"/>
                </a:solidFill>
              </a:defRPr>
            </a:lvl1pPr>
            <a:lvl2pPr algn="ctr">
              <a:defRPr sz="900" b="1">
                <a:solidFill>
                  <a:srgbClr val="FFFFFF"/>
                </a:solidFill>
              </a:defRPr>
            </a:lvl2pPr>
            <a:lvl3pPr algn="ctr">
              <a:defRPr sz="900" b="1">
                <a:solidFill>
                  <a:srgbClr val="FFFFFF"/>
                </a:solidFill>
              </a:defRPr>
            </a:lvl3pPr>
            <a:lvl4pPr algn="ctr">
              <a:defRPr sz="900" b="1">
                <a:solidFill>
                  <a:srgbClr val="FFFFFF"/>
                </a:solidFill>
              </a:defRPr>
            </a:lvl4pPr>
            <a:lvl5pPr algn="ctr">
              <a:defRPr sz="900" b="1">
                <a:solidFill>
                  <a:srgbClr val="FFFFFF"/>
                </a:solidFill>
              </a:defRPr>
            </a:lvl5pPr>
            <a:lvl6pPr algn="ctr">
              <a:defRPr sz="900" b="1">
                <a:solidFill>
                  <a:srgbClr val="FFFFFF"/>
                </a:solidFill>
              </a:defRPr>
            </a:lvl6pPr>
            <a:lvl7pPr algn="ctr">
              <a:defRPr sz="900" b="1">
                <a:solidFill>
                  <a:srgbClr val="FFFFFF"/>
                </a:solidFill>
              </a:defRPr>
            </a:lvl7pPr>
            <a:lvl8pPr algn="ctr">
              <a:defRPr sz="900" b="1">
                <a:solidFill>
                  <a:srgbClr val="FFFFFF"/>
                </a:solidFill>
              </a:defRPr>
            </a:lvl8pPr>
            <a:lvl9pPr algn="ctr">
              <a:defRPr sz="9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292FF0-30C5-4AF2-9569-3871A39C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7434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8D1D08-0854-4001-95DF-8B65DDB5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57775"/>
            <a:ext cx="447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Use charts and reports to spot spending patterns.</a:t>
            </a:r>
          </a:p>
        </p:txBody>
      </p:sp>
    </p:spTree>
    <p:extLst>
      <p:ext uri="{BB962C8B-B14F-4D97-AF65-F5344CB8AC3E}">
        <p14:creationId xmlns:p14="http://schemas.microsoft.com/office/powerpoint/2010/main" val="18614113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3A54E1-9839-4E80-9769-41509D7E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PRODUCT TOUR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786041-504D-4D21-B771-B4D0DA19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72033"/>
                </a:solidFill>
              </a:defRPr>
            </a:defPPr>
            <a:lvl1pPr algn="l">
              <a:defRPr sz="3450" b="1">
                <a:solidFill>
                  <a:srgbClr val="172033"/>
                </a:solidFill>
              </a:defRPr>
            </a:lvl1pPr>
            <a:lvl2pPr algn="l">
              <a:defRPr sz="3450" b="1">
                <a:solidFill>
                  <a:srgbClr val="172033"/>
                </a:solidFill>
              </a:defRPr>
            </a:lvl2pPr>
            <a:lvl3pPr algn="l">
              <a:defRPr sz="3450" b="1">
                <a:solidFill>
                  <a:srgbClr val="172033"/>
                </a:solidFill>
              </a:defRPr>
            </a:lvl3pPr>
            <a:lvl4pPr algn="l">
              <a:defRPr sz="3450" b="1">
                <a:solidFill>
                  <a:srgbClr val="172033"/>
                </a:solidFill>
              </a:defRPr>
            </a:lvl4pPr>
            <a:lvl5pPr algn="l">
              <a:defRPr sz="3450" b="1">
                <a:solidFill>
                  <a:srgbClr val="172033"/>
                </a:solidFill>
              </a:defRPr>
            </a:lvl5pPr>
            <a:lvl6pPr algn="l">
              <a:defRPr sz="3450" b="1">
                <a:solidFill>
                  <a:srgbClr val="172033"/>
                </a:solidFill>
              </a:defRPr>
            </a:lvl6pPr>
            <a:lvl7pPr algn="l">
              <a:defRPr sz="3450" b="1">
                <a:solidFill>
                  <a:srgbClr val="172033"/>
                </a:solidFill>
              </a:defRPr>
            </a:lvl7pPr>
            <a:lvl8pPr algn="l">
              <a:defRPr sz="3450" b="1">
                <a:solidFill>
                  <a:srgbClr val="172033"/>
                </a:solidFill>
              </a:defRPr>
            </a:lvl8pPr>
            <a:lvl9pPr algn="l">
              <a:defRPr sz="34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Five areas, one money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1DE95B-69C4-4F6B-8E2C-221D034D8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579"/>
                </a:solidFill>
              </a:defRPr>
            </a:defPPr>
            <a:lvl1pPr algn="l">
              <a:defRPr sz="1575" b="0">
                <a:solidFill>
                  <a:srgbClr val="596579"/>
                </a:solidFill>
              </a:defRPr>
            </a:lvl1pPr>
            <a:lvl2pPr algn="l">
              <a:defRPr sz="1575" b="0">
                <a:solidFill>
                  <a:srgbClr val="596579"/>
                </a:solidFill>
              </a:defRPr>
            </a:lvl2pPr>
            <a:lvl3pPr algn="l">
              <a:defRPr sz="1575" b="0">
                <a:solidFill>
                  <a:srgbClr val="596579"/>
                </a:solidFill>
              </a:defRPr>
            </a:lvl3pPr>
            <a:lvl4pPr algn="l">
              <a:defRPr sz="1575" b="0">
                <a:solidFill>
                  <a:srgbClr val="596579"/>
                </a:solidFill>
              </a:defRPr>
            </a:lvl4pPr>
            <a:lvl5pPr algn="l">
              <a:defRPr sz="1575" b="0">
                <a:solidFill>
                  <a:srgbClr val="596579"/>
                </a:solidFill>
              </a:defRPr>
            </a:lvl5pPr>
            <a:lvl6pPr algn="l">
              <a:defRPr sz="1575" b="0">
                <a:solidFill>
                  <a:srgbClr val="596579"/>
                </a:solidFill>
              </a:defRPr>
            </a:lvl6pPr>
            <a:lvl7pPr algn="l">
              <a:defRPr sz="1575" b="0">
                <a:solidFill>
                  <a:srgbClr val="596579"/>
                </a:solidFill>
              </a:defRPr>
            </a:lvl7pPr>
            <a:lvl8pPr algn="l">
              <a:defRPr sz="1575" b="0">
                <a:solidFill>
                  <a:srgbClr val="596579"/>
                </a:solidFill>
              </a:defRPr>
            </a:lvl8pPr>
            <a:lvl9pPr algn="l">
              <a:defRPr sz="15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579"/>
                </a:solidFill>
              </a:defRPr>
            </a:pPr>
            <a:r>
              <a:rPr sz="1575" b="0">
                <a:solidFill>
                  <a:srgbClr val="596579"/>
                </a:solidFill>
              </a:rPr>
              <a:t>Each page supports a clear task in the monthly finance routine.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942FEB-E461-467A-90CB-2F365A3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96579"/>
                </a:solidFill>
              </a:defRPr>
            </a:defPPr>
            <a:lvl1pPr algn="l">
              <a:defRPr sz="900" b="1">
                <a:solidFill>
                  <a:srgbClr val="596579"/>
                </a:solidFill>
              </a:defRPr>
            </a:lvl1pPr>
            <a:lvl2pPr algn="l">
              <a:defRPr sz="900" b="1">
                <a:solidFill>
                  <a:srgbClr val="596579"/>
                </a:solidFill>
              </a:defRPr>
            </a:lvl2pPr>
            <a:lvl3pPr algn="l">
              <a:defRPr sz="900" b="1">
                <a:solidFill>
                  <a:srgbClr val="596579"/>
                </a:solidFill>
              </a:defRPr>
            </a:lvl3pPr>
            <a:lvl4pPr algn="l">
              <a:defRPr sz="900" b="1">
                <a:solidFill>
                  <a:srgbClr val="596579"/>
                </a:solidFill>
              </a:defRPr>
            </a:lvl4pPr>
            <a:lvl5pPr algn="l">
              <a:defRPr sz="900" b="1">
                <a:solidFill>
                  <a:srgbClr val="596579"/>
                </a:solidFill>
              </a:defRPr>
            </a:lvl5pPr>
            <a:lvl6pPr algn="l">
              <a:defRPr sz="900" b="1">
                <a:solidFill>
                  <a:srgbClr val="596579"/>
                </a:solidFill>
              </a:defRPr>
            </a:lvl6pPr>
            <a:lvl7pPr algn="l">
              <a:defRPr sz="900" b="1">
                <a:solidFill>
                  <a:srgbClr val="596579"/>
                </a:solidFill>
              </a:defRPr>
            </a:lvl7pPr>
            <a:lvl8pPr algn="l">
              <a:defRPr sz="900" b="1">
                <a:solidFill>
                  <a:srgbClr val="596579"/>
                </a:solidFill>
              </a:defRPr>
            </a:lvl8pPr>
            <a:lvl9pPr algn="l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E58E0D-8262-4660-A90C-0C9BE5C56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96579"/>
                </a:solidFill>
              </a:defRPr>
            </a:defPPr>
            <a:lvl1pPr algn="r">
              <a:defRPr sz="900" b="1">
                <a:solidFill>
                  <a:srgbClr val="596579"/>
                </a:solidFill>
              </a:defRPr>
            </a:lvl1pPr>
            <a:lvl2pPr algn="r">
              <a:defRPr sz="900" b="1">
                <a:solidFill>
                  <a:srgbClr val="596579"/>
                </a:solidFill>
              </a:defRPr>
            </a:lvl2pPr>
            <a:lvl3pPr algn="r">
              <a:defRPr sz="900" b="1">
                <a:solidFill>
                  <a:srgbClr val="596579"/>
                </a:solidFill>
              </a:defRPr>
            </a:lvl3pPr>
            <a:lvl4pPr algn="r">
              <a:defRPr sz="900" b="1">
                <a:solidFill>
                  <a:srgbClr val="596579"/>
                </a:solidFill>
              </a:defRPr>
            </a:lvl4pPr>
            <a:lvl5pPr algn="r">
              <a:defRPr sz="900" b="1">
                <a:solidFill>
                  <a:srgbClr val="596579"/>
                </a:solidFill>
              </a:defRPr>
            </a:lvl5pPr>
            <a:lvl6pPr algn="r">
              <a:defRPr sz="900" b="1">
                <a:solidFill>
                  <a:srgbClr val="596579"/>
                </a:solidFill>
              </a:defRPr>
            </a:lvl6pPr>
            <a:lvl7pPr algn="r">
              <a:defRPr sz="900" b="1">
                <a:solidFill>
                  <a:srgbClr val="596579"/>
                </a:solidFill>
              </a:defRPr>
            </a:lvl7pPr>
            <a:lvl8pPr algn="r">
              <a:defRPr sz="900" b="1">
                <a:solidFill>
                  <a:srgbClr val="596579"/>
                </a:solidFill>
              </a:defRPr>
            </a:lvl8pPr>
            <a:lvl9pPr algn="r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F4669-5335-48BC-AC9C-5787BBA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3307CB-E9FC-4FFB-B431-901484E7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3431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Overview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F7F029-AFAB-4EF3-80CB-E3A6D8B1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Monthly income, expenses, net cash flow, budget progress and trends.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52FE3E-EDD9-4810-81E6-CBD7E2939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8765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30D232-E551-4466-A900-D540B729C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3C1827-E0A3-4FCD-A206-EE70658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861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Transactions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AD395-1A05-4014-B616-A8AB12DDC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1051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Add, edit, search and filter income or expense records.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4ABB2B-6676-4958-B219-974CF549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25406-830E-4E4F-AE0F-24B34B911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671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80830F-1602-45A1-9E17-6A601CA5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290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Budgets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41D596-2676-4ECE-B27D-28FA2849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8481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Set a monthly spending limit for each category.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4C1E18-106C-4A37-9DBA-174D4209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624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3BABC9-C341-49CF-8817-C9185CA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DE70DA-4497-44D5-ABBA-CB139CD0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57200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Categories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28549C-6DA6-4751-ABE1-A766720B6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59105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Create custom labels for income and expenses.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2F7050-437F-48A4-924D-9452E9545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10540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4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9B697-A9D7-4353-867C-89654352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53050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7D30F2-F33D-4957-9CB4-13372799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14950"/>
            <a:ext cx="2247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1EA848-315C-455B-8954-675374C8D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334000"/>
            <a:ext cx="704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Compare months, review categories and follow a six-month trend.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4A88666-344B-4D39-9C74-AF8A7527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848350"/>
            <a:ext cx="9563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4E8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086688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652F2B-2076-49D8-83D2-B394597B9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B8A9FF"/>
                </a:solidFill>
              </a:defRPr>
            </a:defPPr>
            <a:lvl1pPr algn="l">
              <a:defRPr sz="1050" b="1">
                <a:solidFill>
                  <a:srgbClr val="B8A9FF"/>
                </a:solidFill>
              </a:defRPr>
            </a:lvl1pPr>
            <a:lvl2pPr algn="l">
              <a:defRPr sz="1050" b="1">
                <a:solidFill>
                  <a:srgbClr val="B8A9FF"/>
                </a:solidFill>
              </a:defRPr>
            </a:lvl2pPr>
            <a:lvl3pPr algn="l">
              <a:defRPr sz="1050" b="1">
                <a:solidFill>
                  <a:srgbClr val="B8A9FF"/>
                </a:solidFill>
              </a:defRPr>
            </a:lvl3pPr>
            <a:lvl4pPr algn="l">
              <a:defRPr sz="1050" b="1">
                <a:solidFill>
                  <a:srgbClr val="B8A9FF"/>
                </a:solidFill>
              </a:defRPr>
            </a:lvl4pPr>
            <a:lvl5pPr algn="l">
              <a:defRPr sz="1050" b="1">
                <a:solidFill>
                  <a:srgbClr val="B8A9FF"/>
                </a:solidFill>
              </a:defRPr>
            </a:lvl5pPr>
            <a:lvl6pPr algn="l">
              <a:defRPr sz="1050" b="1">
                <a:solidFill>
                  <a:srgbClr val="B8A9FF"/>
                </a:solidFill>
              </a:defRPr>
            </a:lvl6pPr>
            <a:lvl7pPr algn="l">
              <a:defRPr sz="1050" b="1">
                <a:solidFill>
                  <a:srgbClr val="B8A9FF"/>
                </a:solidFill>
              </a:defRPr>
            </a:lvl7pPr>
            <a:lvl8pPr algn="l">
              <a:defRPr sz="1050" b="1">
                <a:solidFill>
                  <a:srgbClr val="B8A9FF"/>
                </a:solidFill>
              </a:defRPr>
            </a:lvl8pPr>
            <a:lvl9pPr algn="l">
              <a:defRPr sz="1050" b="1">
                <a:solidFill>
                  <a:srgbClr val="B8A9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A9FF"/>
                </a:solidFill>
              </a:defRPr>
            </a:pPr>
            <a:r>
              <a:rPr sz="1050" b="1">
                <a:solidFill>
                  <a:srgbClr val="B8A9FF"/>
                </a:solidFill>
              </a:rPr>
              <a:t>CORE FEATURE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CAA10-F796-4FC6-9D28-1ED6EACB0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Budgets are set by category and month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9316D3-C0E8-4F29-B356-D9233518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B9BED0"/>
                </a:solidFill>
              </a:defRPr>
            </a:defPPr>
            <a:lvl1pPr algn="l">
              <a:defRPr sz="1575" b="0">
                <a:solidFill>
                  <a:srgbClr val="B9BED0"/>
                </a:solidFill>
              </a:defRPr>
            </a:lvl1pPr>
            <a:lvl2pPr algn="l">
              <a:defRPr sz="1575" b="0">
                <a:solidFill>
                  <a:srgbClr val="B9BED0"/>
                </a:solidFill>
              </a:defRPr>
            </a:lvl2pPr>
            <a:lvl3pPr algn="l">
              <a:defRPr sz="1575" b="0">
                <a:solidFill>
                  <a:srgbClr val="B9BED0"/>
                </a:solidFill>
              </a:defRPr>
            </a:lvl3pPr>
            <a:lvl4pPr algn="l">
              <a:defRPr sz="1575" b="0">
                <a:solidFill>
                  <a:srgbClr val="B9BED0"/>
                </a:solidFill>
              </a:defRPr>
            </a:lvl4pPr>
            <a:lvl5pPr algn="l">
              <a:defRPr sz="1575" b="0">
                <a:solidFill>
                  <a:srgbClr val="B9BED0"/>
                </a:solidFill>
              </a:defRPr>
            </a:lvl5pPr>
            <a:lvl6pPr algn="l">
              <a:defRPr sz="1575" b="0">
                <a:solidFill>
                  <a:srgbClr val="B9BED0"/>
                </a:solidFill>
              </a:defRPr>
            </a:lvl6pPr>
            <a:lvl7pPr algn="l">
              <a:defRPr sz="1575" b="0">
                <a:solidFill>
                  <a:srgbClr val="B9BED0"/>
                </a:solidFill>
              </a:defRPr>
            </a:lvl7pPr>
            <a:lvl8pPr algn="l">
              <a:defRPr sz="1575" b="0">
                <a:solidFill>
                  <a:srgbClr val="B9BED0"/>
                </a:solidFill>
              </a:defRPr>
            </a:lvl8pPr>
            <a:lvl9pPr algn="l">
              <a:defRPr sz="15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9BED0"/>
                </a:solidFill>
              </a:defRPr>
            </a:pPr>
            <a:r>
              <a:rPr sz="1575" b="0">
                <a:solidFill>
                  <a:srgbClr val="B9BED0"/>
                </a:solidFill>
              </a:rPr>
              <a:t>A limit is meaningful only when it is compared with matching expense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37D320-759D-40AD-9FAF-5143D6A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A9AEC0"/>
                </a:solidFill>
              </a:defRPr>
            </a:defPPr>
            <a:lvl1pPr algn="l">
              <a:defRPr sz="900" b="1">
                <a:solidFill>
                  <a:srgbClr val="A9AEC0"/>
                </a:solidFill>
              </a:defRPr>
            </a:lvl1pPr>
            <a:lvl2pPr algn="l">
              <a:defRPr sz="900" b="1">
                <a:solidFill>
                  <a:srgbClr val="A9AEC0"/>
                </a:solidFill>
              </a:defRPr>
            </a:lvl2pPr>
            <a:lvl3pPr algn="l">
              <a:defRPr sz="900" b="1">
                <a:solidFill>
                  <a:srgbClr val="A9AEC0"/>
                </a:solidFill>
              </a:defRPr>
            </a:lvl3pPr>
            <a:lvl4pPr algn="l">
              <a:defRPr sz="900" b="1">
                <a:solidFill>
                  <a:srgbClr val="A9AEC0"/>
                </a:solidFill>
              </a:defRPr>
            </a:lvl4pPr>
            <a:lvl5pPr algn="l">
              <a:defRPr sz="900" b="1">
                <a:solidFill>
                  <a:srgbClr val="A9AEC0"/>
                </a:solidFill>
              </a:defRPr>
            </a:lvl5pPr>
            <a:lvl6pPr algn="l">
              <a:defRPr sz="900" b="1">
                <a:solidFill>
                  <a:srgbClr val="A9AEC0"/>
                </a:solidFill>
              </a:defRPr>
            </a:lvl6pPr>
            <a:lvl7pPr algn="l">
              <a:defRPr sz="900" b="1">
                <a:solidFill>
                  <a:srgbClr val="A9AEC0"/>
                </a:solidFill>
              </a:defRPr>
            </a:lvl7pPr>
            <a:lvl8pPr algn="l">
              <a:defRPr sz="900" b="1">
                <a:solidFill>
                  <a:srgbClr val="A9AEC0"/>
                </a:solidFill>
              </a:defRPr>
            </a:lvl8pPr>
            <a:lvl9pPr algn="l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F38FCA-9282-458F-9DA8-D855131D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A9AEC0"/>
                </a:solidFill>
              </a:defRPr>
            </a:defPPr>
            <a:lvl1pPr algn="r">
              <a:defRPr sz="900" b="1">
                <a:solidFill>
                  <a:srgbClr val="A9AEC0"/>
                </a:solidFill>
              </a:defRPr>
            </a:lvl1pPr>
            <a:lvl2pPr algn="r">
              <a:defRPr sz="900" b="1">
                <a:solidFill>
                  <a:srgbClr val="A9AEC0"/>
                </a:solidFill>
              </a:defRPr>
            </a:lvl2pPr>
            <a:lvl3pPr algn="r">
              <a:defRPr sz="900" b="1">
                <a:solidFill>
                  <a:srgbClr val="A9AEC0"/>
                </a:solidFill>
              </a:defRPr>
            </a:lvl3pPr>
            <a:lvl4pPr algn="r">
              <a:defRPr sz="900" b="1">
                <a:solidFill>
                  <a:srgbClr val="A9AEC0"/>
                </a:solidFill>
              </a:defRPr>
            </a:lvl4pPr>
            <a:lvl5pPr algn="r">
              <a:defRPr sz="900" b="1">
                <a:solidFill>
                  <a:srgbClr val="A9AEC0"/>
                </a:solidFill>
              </a:defRPr>
            </a:lvl5pPr>
            <a:lvl6pPr algn="r">
              <a:defRPr sz="900" b="1">
                <a:solidFill>
                  <a:srgbClr val="A9AEC0"/>
                </a:solidFill>
              </a:defRPr>
            </a:lvl6pPr>
            <a:lvl7pPr algn="r">
              <a:defRPr sz="900" b="1">
                <a:solidFill>
                  <a:srgbClr val="A9AEC0"/>
                </a:solidFill>
              </a:defRPr>
            </a:lvl7pPr>
            <a:lvl8pPr algn="r">
              <a:defRPr sz="900" b="1">
                <a:solidFill>
                  <a:srgbClr val="A9AEC0"/>
                </a:solidFill>
              </a:defRPr>
            </a:lvl8pPr>
            <a:lvl9pPr algn="r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D9F3-58BB-4408-8080-475C36F4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75C6AD"/>
                </a:solidFill>
              </a:defRPr>
            </a:defPPr>
            <a:lvl1pPr algn="l">
              <a:defRPr sz="2550" b="1">
                <a:solidFill>
                  <a:srgbClr val="75C6AD"/>
                </a:solidFill>
              </a:defRPr>
            </a:lvl1pPr>
            <a:lvl2pPr algn="l">
              <a:defRPr sz="2550" b="1">
                <a:solidFill>
                  <a:srgbClr val="75C6AD"/>
                </a:solidFill>
              </a:defRPr>
            </a:lvl2pPr>
            <a:lvl3pPr algn="l">
              <a:defRPr sz="2550" b="1">
                <a:solidFill>
                  <a:srgbClr val="75C6AD"/>
                </a:solidFill>
              </a:defRPr>
            </a:lvl3pPr>
            <a:lvl4pPr algn="l">
              <a:defRPr sz="2550" b="1">
                <a:solidFill>
                  <a:srgbClr val="75C6AD"/>
                </a:solidFill>
              </a:defRPr>
            </a:lvl4pPr>
            <a:lvl5pPr algn="l">
              <a:defRPr sz="2550" b="1">
                <a:solidFill>
                  <a:srgbClr val="75C6AD"/>
                </a:solidFill>
              </a:defRPr>
            </a:lvl5pPr>
            <a:lvl6pPr algn="l">
              <a:defRPr sz="2550" b="1">
                <a:solidFill>
                  <a:srgbClr val="75C6AD"/>
                </a:solidFill>
              </a:defRPr>
            </a:lvl6pPr>
            <a:lvl7pPr algn="l">
              <a:defRPr sz="2550" b="1">
                <a:solidFill>
                  <a:srgbClr val="75C6AD"/>
                </a:solidFill>
              </a:defRPr>
            </a:lvl7pPr>
            <a:lvl8pPr algn="l">
              <a:defRPr sz="2550" b="1">
                <a:solidFill>
                  <a:srgbClr val="75C6AD"/>
                </a:solidFill>
              </a:defRPr>
            </a:lvl8pPr>
            <a:lvl9pPr algn="l">
              <a:defRPr sz="2550" b="1">
                <a:solidFill>
                  <a:srgbClr val="75C6A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75C6AD"/>
                </a:solidFill>
              </a:defRPr>
            </a:pPr>
            <a:r>
              <a:rPr sz="2550" b="1">
                <a:solidFill>
                  <a:srgbClr val="75C6AD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C66B7F-E853-45F2-9640-6C054D8F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Choose a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5D5744-7C9B-4CB7-9834-E5ABF1DA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BED0"/>
                </a:solidFill>
              </a:defRPr>
            </a:defPPr>
            <a:lvl1pPr algn="l">
              <a:defRPr sz="1350" b="0">
                <a:solidFill>
                  <a:srgbClr val="B9BED0"/>
                </a:solidFill>
              </a:defRPr>
            </a:lvl1pPr>
            <a:lvl2pPr algn="l">
              <a:defRPr sz="1350" b="0">
                <a:solidFill>
                  <a:srgbClr val="B9BED0"/>
                </a:solidFill>
              </a:defRPr>
            </a:lvl2pPr>
            <a:lvl3pPr algn="l">
              <a:defRPr sz="1350" b="0">
                <a:solidFill>
                  <a:srgbClr val="B9BED0"/>
                </a:solidFill>
              </a:defRPr>
            </a:lvl3pPr>
            <a:lvl4pPr algn="l">
              <a:defRPr sz="1350" b="0">
                <a:solidFill>
                  <a:srgbClr val="B9BED0"/>
                </a:solidFill>
              </a:defRPr>
            </a:lvl4pPr>
            <a:lvl5pPr algn="l">
              <a:defRPr sz="1350" b="0">
                <a:solidFill>
                  <a:srgbClr val="B9BED0"/>
                </a:solidFill>
              </a:defRPr>
            </a:lvl5pPr>
            <a:lvl6pPr algn="l">
              <a:defRPr sz="1350" b="0">
                <a:solidFill>
                  <a:srgbClr val="B9BED0"/>
                </a:solidFill>
              </a:defRPr>
            </a:lvl6pPr>
            <a:lvl7pPr algn="l">
              <a:defRPr sz="1350" b="0">
                <a:solidFill>
                  <a:srgbClr val="B9BED0"/>
                </a:solidFill>
              </a:defRPr>
            </a:lvl7pPr>
            <a:lvl8pPr algn="l">
              <a:defRPr sz="1350" b="0">
                <a:solidFill>
                  <a:srgbClr val="B9BED0"/>
                </a:solidFill>
              </a:defRPr>
            </a:lvl8pPr>
            <a:lvl9pPr algn="l">
              <a:defRPr sz="1350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BED0"/>
                </a:solidFill>
              </a:defRPr>
            </a:pPr>
            <a:r>
              <a:rPr sz="1350" b="0">
                <a:solidFill>
                  <a:srgbClr val="B9BED0"/>
                </a:solidFill>
              </a:rPr>
              <a:t>Select the month the limit applies 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E77AC1-3A07-4CD8-AC46-6C5C5C916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575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07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CC4A61-D13B-4DB7-9D75-74F99594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479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9F8BFF"/>
                </a:solidFill>
              </a:defRPr>
            </a:defPPr>
            <a:lvl1pPr algn="l">
              <a:defRPr sz="2550" b="1">
                <a:solidFill>
                  <a:srgbClr val="9F8BFF"/>
                </a:solidFill>
              </a:defRPr>
            </a:lvl1pPr>
            <a:lvl2pPr algn="l">
              <a:defRPr sz="2550" b="1">
                <a:solidFill>
                  <a:srgbClr val="9F8BFF"/>
                </a:solidFill>
              </a:defRPr>
            </a:lvl2pPr>
            <a:lvl3pPr algn="l">
              <a:defRPr sz="2550" b="1">
                <a:solidFill>
                  <a:srgbClr val="9F8BFF"/>
                </a:solidFill>
              </a:defRPr>
            </a:lvl3pPr>
            <a:lvl4pPr algn="l">
              <a:defRPr sz="2550" b="1">
                <a:solidFill>
                  <a:srgbClr val="9F8BFF"/>
                </a:solidFill>
              </a:defRPr>
            </a:lvl4pPr>
            <a:lvl5pPr algn="l">
              <a:defRPr sz="2550" b="1">
                <a:solidFill>
                  <a:srgbClr val="9F8BFF"/>
                </a:solidFill>
              </a:defRPr>
            </a:lvl5pPr>
            <a:lvl6pPr algn="l">
              <a:defRPr sz="2550" b="1">
                <a:solidFill>
                  <a:srgbClr val="9F8BFF"/>
                </a:solidFill>
              </a:defRPr>
            </a:lvl6pPr>
            <a:lvl7pPr algn="l">
              <a:defRPr sz="2550" b="1">
                <a:solidFill>
                  <a:srgbClr val="9F8BFF"/>
                </a:solidFill>
              </a:defRPr>
            </a:lvl7pPr>
            <a:lvl8pPr algn="l">
              <a:defRPr sz="2550" b="1">
                <a:solidFill>
                  <a:srgbClr val="9F8BFF"/>
                </a:solidFill>
              </a:defRPr>
            </a:lvl8pPr>
            <a:lvl9pPr algn="l">
              <a:defRPr sz="2550" b="1">
                <a:solidFill>
                  <a:srgbClr val="9F8BFF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9F8BFF"/>
                </a:solidFill>
              </a:defRPr>
            </a:pPr>
            <a:r>
              <a:rPr sz="2550" b="1">
                <a:solidFill>
                  <a:srgbClr val="9F8BFF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266DE-C729-4FF5-A2A0-3AA01122E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Set category limits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2A838-F3AF-4245-9FB6-A199849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52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BED0"/>
                </a:solidFill>
              </a:defRPr>
            </a:defPPr>
            <a:lvl1pPr algn="l">
              <a:defRPr sz="1350" b="0">
                <a:solidFill>
                  <a:srgbClr val="B9BED0"/>
                </a:solidFill>
              </a:defRPr>
            </a:lvl1pPr>
            <a:lvl2pPr algn="l">
              <a:defRPr sz="1350" b="0">
                <a:solidFill>
                  <a:srgbClr val="B9BED0"/>
                </a:solidFill>
              </a:defRPr>
            </a:lvl2pPr>
            <a:lvl3pPr algn="l">
              <a:defRPr sz="1350" b="0">
                <a:solidFill>
                  <a:srgbClr val="B9BED0"/>
                </a:solidFill>
              </a:defRPr>
            </a:lvl3pPr>
            <a:lvl4pPr algn="l">
              <a:defRPr sz="1350" b="0">
                <a:solidFill>
                  <a:srgbClr val="B9BED0"/>
                </a:solidFill>
              </a:defRPr>
            </a:lvl4pPr>
            <a:lvl5pPr algn="l">
              <a:defRPr sz="1350" b="0">
                <a:solidFill>
                  <a:srgbClr val="B9BED0"/>
                </a:solidFill>
              </a:defRPr>
            </a:lvl5pPr>
            <a:lvl6pPr algn="l">
              <a:defRPr sz="1350" b="0">
                <a:solidFill>
                  <a:srgbClr val="B9BED0"/>
                </a:solidFill>
              </a:defRPr>
            </a:lvl6pPr>
            <a:lvl7pPr algn="l">
              <a:defRPr sz="1350" b="0">
                <a:solidFill>
                  <a:srgbClr val="B9BED0"/>
                </a:solidFill>
              </a:defRPr>
            </a:lvl7pPr>
            <a:lvl8pPr algn="l">
              <a:defRPr sz="1350" b="0">
                <a:solidFill>
                  <a:srgbClr val="B9BED0"/>
                </a:solidFill>
              </a:defRPr>
            </a:lvl8pPr>
            <a:lvl9pPr algn="l">
              <a:defRPr sz="1350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BED0"/>
                </a:solidFill>
              </a:defRPr>
            </a:pPr>
            <a:r>
              <a:rPr sz="1350" b="0">
                <a:solidFill>
                  <a:srgbClr val="B9BED0"/>
                </a:solidFill>
              </a:rPr>
              <a:t>Create or update a limit for each category.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3803F4-C2FE-4CD3-8306-D576E1C8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A607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07A95B-4388-48F6-808B-92B24DBF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47950"/>
            <a:ext cx="66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2550" b="1">
                <a:solidFill>
                  <a:srgbClr val="75C6AD"/>
                </a:solidFill>
              </a:defRPr>
            </a:defPPr>
            <a:lvl1pPr algn="l">
              <a:defRPr sz="2550" b="1">
                <a:solidFill>
                  <a:srgbClr val="75C6AD"/>
                </a:solidFill>
              </a:defRPr>
            </a:lvl1pPr>
            <a:lvl2pPr algn="l">
              <a:defRPr sz="2550" b="1">
                <a:solidFill>
                  <a:srgbClr val="75C6AD"/>
                </a:solidFill>
              </a:defRPr>
            </a:lvl2pPr>
            <a:lvl3pPr algn="l">
              <a:defRPr sz="2550" b="1">
                <a:solidFill>
                  <a:srgbClr val="75C6AD"/>
                </a:solidFill>
              </a:defRPr>
            </a:lvl3pPr>
            <a:lvl4pPr algn="l">
              <a:defRPr sz="2550" b="1">
                <a:solidFill>
                  <a:srgbClr val="75C6AD"/>
                </a:solidFill>
              </a:defRPr>
            </a:lvl4pPr>
            <a:lvl5pPr algn="l">
              <a:defRPr sz="2550" b="1">
                <a:solidFill>
                  <a:srgbClr val="75C6AD"/>
                </a:solidFill>
              </a:defRPr>
            </a:lvl5pPr>
            <a:lvl6pPr algn="l">
              <a:defRPr sz="2550" b="1">
                <a:solidFill>
                  <a:srgbClr val="75C6AD"/>
                </a:solidFill>
              </a:defRPr>
            </a:lvl6pPr>
            <a:lvl7pPr algn="l">
              <a:defRPr sz="2550" b="1">
                <a:solidFill>
                  <a:srgbClr val="75C6AD"/>
                </a:solidFill>
              </a:defRPr>
            </a:lvl7pPr>
            <a:lvl8pPr algn="l">
              <a:defRPr sz="2550" b="1">
                <a:solidFill>
                  <a:srgbClr val="75C6AD"/>
                </a:solidFill>
              </a:defRPr>
            </a:lvl8pPr>
            <a:lvl9pPr algn="l">
              <a:defRPr sz="2550" b="1">
                <a:solidFill>
                  <a:srgbClr val="75C6AD"/>
                </a:solidFill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75C6AD"/>
                </a:solidFill>
              </a:defRPr>
            </a:pPr>
            <a:r>
              <a:rPr sz="2550" b="1">
                <a:solidFill>
                  <a:srgbClr val="75C6AD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057E3C-1A43-450B-9D43-5438D8612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3850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FFFFFF"/>
                </a:solidFill>
              </a:defRPr>
            </a:defPPr>
            <a:lvl1pPr algn="l">
              <a:defRPr sz="1800" b="1">
                <a:solidFill>
                  <a:srgbClr val="FFFFFF"/>
                </a:solidFill>
              </a:defRPr>
            </a:lvl1pPr>
            <a:lvl2pPr algn="l">
              <a:defRPr sz="1800" b="1">
                <a:solidFill>
                  <a:srgbClr val="FFFFFF"/>
                </a:solidFill>
              </a:defRPr>
            </a:lvl2pPr>
            <a:lvl3pPr algn="l">
              <a:defRPr sz="1800" b="1">
                <a:solidFill>
                  <a:srgbClr val="FFFFFF"/>
                </a:solidFill>
              </a:defRPr>
            </a:lvl3pPr>
            <a:lvl4pPr algn="l">
              <a:defRPr sz="1800" b="1">
                <a:solidFill>
                  <a:srgbClr val="FFFFFF"/>
                </a:solidFill>
              </a:defRPr>
            </a:lvl4pPr>
            <a:lvl5pPr algn="l">
              <a:defRPr sz="1800" b="1">
                <a:solidFill>
                  <a:srgbClr val="FFFFFF"/>
                </a:solidFill>
              </a:defRPr>
            </a:lvl5pPr>
            <a:lvl6pPr algn="l">
              <a:defRPr sz="1800" b="1">
                <a:solidFill>
                  <a:srgbClr val="FFFFFF"/>
                </a:solidFill>
              </a:defRPr>
            </a:lvl6pPr>
            <a:lvl7pPr algn="l">
              <a:defRPr sz="1800" b="1">
                <a:solidFill>
                  <a:srgbClr val="FFFFFF"/>
                </a:solidFill>
              </a:defRPr>
            </a:lvl7pPr>
            <a:lvl8pPr algn="l">
              <a:defRPr sz="1800" b="1">
                <a:solidFill>
                  <a:srgbClr val="FFFFFF"/>
                </a:solidFill>
              </a:defRPr>
            </a:lvl8pPr>
            <a:lvl9pPr algn="l">
              <a:defRPr sz="18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Track progress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BA2DE2-9E2F-4039-80D6-17D18D330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528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B9BED0"/>
                </a:solidFill>
              </a:defRPr>
            </a:defPPr>
            <a:lvl1pPr algn="l">
              <a:defRPr sz="1350" b="0">
                <a:solidFill>
                  <a:srgbClr val="B9BED0"/>
                </a:solidFill>
              </a:defRPr>
            </a:lvl1pPr>
            <a:lvl2pPr algn="l">
              <a:defRPr sz="1350" b="0">
                <a:solidFill>
                  <a:srgbClr val="B9BED0"/>
                </a:solidFill>
              </a:defRPr>
            </a:lvl2pPr>
            <a:lvl3pPr algn="l">
              <a:defRPr sz="1350" b="0">
                <a:solidFill>
                  <a:srgbClr val="B9BED0"/>
                </a:solidFill>
              </a:defRPr>
            </a:lvl3pPr>
            <a:lvl4pPr algn="l">
              <a:defRPr sz="1350" b="0">
                <a:solidFill>
                  <a:srgbClr val="B9BED0"/>
                </a:solidFill>
              </a:defRPr>
            </a:lvl4pPr>
            <a:lvl5pPr algn="l">
              <a:defRPr sz="1350" b="0">
                <a:solidFill>
                  <a:srgbClr val="B9BED0"/>
                </a:solidFill>
              </a:defRPr>
            </a:lvl5pPr>
            <a:lvl6pPr algn="l">
              <a:defRPr sz="1350" b="0">
                <a:solidFill>
                  <a:srgbClr val="B9BED0"/>
                </a:solidFill>
              </a:defRPr>
            </a:lvl6pPr>
            <a:lvl7pPr algn="l">
              <a:defRPr sz="1350" b="0">
                <a:solidFill>
                  <a:srgbClr val="B9BED0"/>
                </a:solidFill>
              </a:defRPr>
            </a:lvl7pPr>
            <a:lvl8pPr algn="l">
              <a:defRPr sz="1350" b="0">
                <a:solidFill>
                  <a:srgbClr val="B9BED0"/>
                </a:solidFill>
              </a:defRPr>
            </a:lvl8pPr>
            <a:lvl9pPr algn="l">
              <a:defRPr sz="1350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B9BED0"/>
                </a:solidFill>
              </a:defRPr>
            </a:pPr>
            <a:r>
              <a:rPr sz="1350" b="0">
                <a:solidFill>
                  <a:srgbClr val="B9BED0"/>
                </a:solidFill>
              </a:rPr>
              <a:t>The app compares recorded expenses with that limit.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8A44AD-DA97-4C53-9A53-586A910E3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72050"/>
            <a:ext cx="10706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64B6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18979E-342C-4277-92E8-4674EBAB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990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D3D6E0"/>
                </a:solidFill>
              </a:defRPr>
            </a:defPPr>
            <a:lvl1pPr algn="l">
              <a:defRPr sz="1350" b="0">
                <a:solidFill>
                  <a:srgbClr val="D3D6E0"/>
                </a:solidFill>
              </a:defRPr>
            </a:lvl1pPr>
            <a:lvl2pPr algn="l">
              <a:defRPr sz="1350" b="0">
                <a:solidFill>
                  <a:srgbClr val="D3D6E0"/>
                </a:solidFill>
              </a:defRPr>
            </a:lvl2pPr>
            <a:lvl3pPr algn="l">
              <a:defRPr sz="1350" b="0">
                <a:solidFill>
                  <a:srgbClr val="D3D6E0"/>
                </a:solidFill>
              </a:defRPr>
            </a:lvl3pPr>
            <a:lvl4pPr algn="l">
              <a:defRPr sz="1350" b="0">
                <a:solidFill>
                  <a:srgbClr val="D3D6E0"/>
                </a:solidFill>
              </a:defRPr>
            </a:lvl4pPr>
            <a:lvl5pPr algn="l">
              <a:defRPr sz="1350" b="0">
                <a:solidFill>
                  <a:srgbClr val="D3D6E0"/>
                </a:solidFill>
              </a:defRPr>
            </a:lvl5pPr>
            <a:lvl6pPr algn="l">
              <a:defRPr sz="1350" b="0">
                <a:solidFill>
                  <a:srgbClr val="D3D6E0"/>
                </a:solidFill>
              </a:defRPr>
            </a:lvl6pPr>
            <a:lvl7pPr algn="l">
              <a:defRPr sz="1350" b="0">
                <a:solidFill>
                  <a:srgbClr val="D3D6E0"/>
                </a:solidFill>
              </a:defRPr>
            </a:lvl7pPr>
            <a:lvl8pPr algn="l">
              <a:defRPr sz="1350" b="0">
                <a:solidFill>
                  <a:srgbClr val="D3D6E0"/>
                </a:solidFill>
              </a:defRPr>
            </a:lvl8pPr>
            <a:lvl9pPr algn="l">
              <a:defRPr sz="1350" b="0">
                <a:solidFill>
                  <a:srgbClr val="D3D6E0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3D6E0"/>
                </a:solidFill>
              </a:defRPr>
            </a:pPr>
            <a:r>
              <a:rPr sz="1350" b="0">
                <a:solidFill>
                  <a:srgbClr val="D3D6E0"/>
                </a:solidFill>
              </a:rPr>
              <a:t>Budget status appears in the Budgets page and the monthly Overview.</a:t>
            </a:r>
          </a:p>
        </p:txBody>
      </p:sp>
    </p:spTree>
    <p:extLst>
      <p:ext uri="{BB962C8B-B14F-4D97-AF65-F5344CB8AC3E}">
        <p14:creationId xmlns:p14="http://schemas.microsoft.com/office/powerpoint/2010/main" val="17129781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1FB1F6-A935-457D-B93A-6A67D520B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SYSTEM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487742-8F9A-4339-BF9E-A349C513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72033"/>
                </a:solidFill>
              </a:defRPr>
            </a:defPPr>
            <a:lvl1pPr algn="l">
              <a:defRPr sz="3450" b="1">
                <a:solidFill>
                  <a:srgbClr val="172033"/>
                </a:solidFill>
              </a:defRPr>
            </a:lvl1pPr>
            <a:lvl2pPr algn="l">
              <a:defRPr sz="3450" b="1">
                <a:solidFill>
                  <a:srgbClr val="172033"/>
                </a:solidFill>
              </a:defRPr>
            </a:lvl2pPr>
            <a:lvl3pPr algn="l">
              <a:defRPr sz="3450" b="1">
                <a:solidFill>
                  <a:srgbClr val="172033"/>
                </a:solidFill>
              </a:defRPr>
            </a:lvl3pPr>
            <a:lvl4pPr algn="l">
              <a:defRPr sz="3450" b="1">
                <a:solidFill>
                  <a:srgbClr val="172033"/>
                </a:solidFill>
              </a:defRPr>
            </a:lvl4pPr>
            <a:lvl5pPr algn="l">
              <a:defRPr sz="3450" b="1">
                <a:solidFill>
                  <a:srgbClr val="172033"/>
                </a:solidFill>
              </a:defRPr>
            </a:lvl5pPr>
            <a:lvl6pPr algn="l">
              <a:defRPr sz="3450" b="1">
                <a:solidFill>
                  <a:srgbClr val="172033"/>
                </a:solidFill>
              </a:defRPr>
            </a:lvl6pPr>
            <a:lvl7pPr algn="l">
              <a:defRPr sz="3450" b="1">
                <a:solidFill>
                  <a:srgbClr val="172033"/>
                </a:solidFill>
              </a:defRPr>
            </a:lvl7pPr>
            <a:lvl8pPr algn="l">
              <a:defRPr sz="3450" b="1">
                <a:solidFill>
                  <a:srgbClr val="172033"/>
                </a:solidFill>
              </a:defRPr>
            </a:lvl8pPr>
            <a:lvl9pPr algn="l">
              <a:defRPr sz="34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A small, clear full-stack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942898-48BA-4336-B9B0-05876D1B0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579"/>
                </a:solidFill>
              </a:defRPr>
            </a:defPPr>
            <a:lvl1pPr algn="l">
              <a:defRPr sz="1575" b="0">
                <a:solidFill>
                  <a:srgbClr val="596579"/>
                </a:solidFill>
              </a:defRPr>
            </a:lvl1pPr>
            <a:lvl2pPr algn="l">
              <a:defRPr sz="1575" b="0">
                <a:solidFill>
                  <a:srgbClr val="596579"/>
                </a:solidFill>
              </a:defRPr>
            </a:lvl2pPr>
            <a:lvl3pPr algn="l">
              <a:defRPr sz="1575" b="0">
                <a:solidFill>
                  <a:srgbClr val="596579"/>
                </a:solidFill>
              </a:defRPr>
            </a:lvl3pPr>
            <a:lvl4pPr algn="l">
              <a:defRPr sz="1575" b="0">
                <a:solidFill>
                  <a:srgbClr val="596579"/>
                </a:solidFill>
              </a:defRPr>
            </a:lvl4pPr>
            <a:lvl5pPr algn="l">
              <a:defRPr sz="1575" b="0">
                <a:solidFill>
                  <a:srgbClr val="596579"/>
                </a:solidFill>
              </a:defRPr>
            </a:lvl5pPr>
            <a:lvl6pPr algn="l">
              <a:defRPr sz="1575" b="0">
                <a:solidFill>
                  <a:srgbClr val="596579"/>
                </a:solidFill>
              </a:defRPr>
            </a:lvl6pPr>
            <a:lvl7pPr algn="l">
              <a:defRPr sz="1575" b="0">
                <a:solidFill>
                  <a:srgbClr val="596579"/>
                </a:solidFill>
              </a:defRPr>
            </a:lvl7pPr>
            <a:lvl8pPr algn="l">
              <a:defRPr sz="1575" b="0">
                <a:solidFill>
                  <a:srgbClr val="596579"/>
                </a:solidFill>
              </a:defRPr>
            </a:lvl8pPr>
            <a:lvl9pPr algn="l">
              <a:defRPr sz="15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579"/>
                </a:solidFill>
              </a:defRPr>
            </a:pPr>
            <a:r>
              <a:rPr sz="1575" b="0">
                <a:solidFill>
                  <a:srgbClr val="596579"/>
                </a:solidFill>
              </a:rPr>
              <a:t>The browser calls a JSON API; Express validates requests and Mongoose persists records.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C4032C-5D0E-42E2-8D13-8010AA27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96579"/>
                </a:solidFill>
              </a:defRPr>
            </a:defPPr>
            <a:lvl1pPr algn="l">
              <a:defRPr sz="900" b="1">
                <a:solidFill>
                  <a:srgbClr val="596579"/>
                </a:solidFill>
              </a:defRPr>
            </a:lvl1pPr>
            <a:lvl2pPr algn="l">
              <a:defRPr sz="900" b="1">
                <a:solidFill>
                  <a:srgbClr val="596579"/>
                </a:solidFill>
              </a:defRPr>
            </a:lvl2pPr>
            <a:lvl3pPr algn="l">
              <a:defRPr sz="900" b="1">
                <a:solidFill>
                  <a:srgbClr val="596579"/>
                </a:solidFill>
              </a:defRPr>
            </a:lvl3pPr>
            <a:lvl4pPr algn="l">
              <a:defRPr sz="900" b="1">
                <a:solidFill>
                  <a:srgbClr val="596579"/>
                </a:solidFill>
              </a:defRPr>
            </a:lvl4pPr>
            <a:lvl5pPr algn="l">
              <a:defRPr sz="900" b="1">
                <a:solidFill>
                  <a:srgbClr val="596579"/>
                </a:solidFill>
              </a:defRPr>
            </a:lvl5pPr>
            <a:lvl6pPr algn="l">
              <a:defRPr sz="900" b="1">
                <a:solidFill>
                  <a:srgbClr val="596579"/>
                </a:solidFill>
              </a:defRPr>
            </a:lvl6pPr>
            <a:lvl7pPr algn="l">
              <a:defRPr sz="900" b="1">
                <a:solidFill>
                  <a:srgbClr val="596579"/>
                </a:solidFill>
              </a:defRPr>
            </a:lvl7pPr>
            <a:lvl8pPr algn="l">
              <a:defRPr sz="900" b="1">
                <a:solidFill>
                  <a:srgbClr val="596579"/>
                </a:solidFill>
              </a:defRPr>
            </a:lvl8pPr>
            <a:lvl9pPr algn="l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22992-6D06-4402-82FA-25E3BA54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96579"/>
                </a:solidFill>
              </a:defRPr>
            </a:defPPr>
            <a:lvl1pPr algn="r">
              <a:defRPr sz="900" b="1">
                <a:solidFill>
                  <a:srgbClr val="596579"/>
                </a:solidFill>
              </a:defRPr>
            </a:lvl1pPr>
            <a:lvl2pPr algn="r">
              <a:defRPr sz="900" b="1">
                <a:solidFill>
                  <a:srgbClr val="596579"/>
                </a:solidFill>
              </a:defRPr>
            </a:lvl2pPr>
            <a:lvl3pPr algn="r">
              <a:defRPr sz="900" b="1">
                <a:solidFill>
                  <a:srgbClr val="596579"/>
                </a:solidFill>
              </a:defRPr>
            </a:lvl3pPr>
            <a:lvl4pPr algn="r">
              <a:defRPr sz="900" b="1">
                <a:solidFill>
                  <a:srgbClr val="596579"/>
                </a:solidFill>
              </a:defRPr>
            </a:lvl4pPr>
            <a:lvl5pPr algn="r">
              <a:defRPr sz="900" b="1">
                <a:solidFill>
                  <a:srgbClr val="596579"/>
                </a:solidFill>
              </a:defRPr>
            </a:lvl5pPr>
            <a:lvl6pPr algn="r">
              <a:defRPr sz="900" b="1">
                <a:solidFill>
                  <a:srgbClr val="596579"/>
                </a:solidFill>
              </a:defRPr>
            </a:lvl6pPr>
            <a:lvl7pPr algn="r">
              <a:defRPr sz="900" b="1">
                <a:solidFill>
                  <a:srgbClr val="596579"/>
                </a:solidFill>
              </a:defRPr>
            </a:lvl7pPr>
            <a:lvl8pPr algn="r">
              <a:defRPr sz="900" b="1">
                <a:solidFill>
                  <a:srgbClr val="596579"/>
                </a:solidFill>
              </a:defRPr>
            </a:lvl8pPr>
            <a:lvl9pPr algn="r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6C5FEB-322F-47CB-9F79-206DC2D18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857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4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E82296-856B-4817-9550-3A07D464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09797-7FFA-403C-B68C-5756D8485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72033"/>
                </a:solidFill>
              </a:defRPr>
            </a:defPPr>
            <a:lvl1pPr algn="l">
              <a:defRPr sz="1950" b="1">
                <a:solidFill>
                  <a:srgbClr val="172033"/>
                </a:solidFill>
              </a:defRPr>
            </a:lvl1pPr>
            <a:lvl2pPr algn="l">
              <a:defRPr sz="1950" b="1">
                <a:solidFill>
                  <a:srgbClr val="172033"/>
                </a:solidFill>
              </a:defRPr>
            </a:lvl2pPr>
            <a:lvl3pPr algn="l">
              <a:defRPr sz="1950" b="1">
                <a:solidFill>
                  <a:srgbClr val="172033"/>
                </a:solidFill>
              </a:defRPr>
            </a:lvl3pPr>
            <a:lvl4pPr algn="l">
              <a:defRPr sz="1950" b="1">
                <a:solidFill>
                  <a:srgbClr val="172033"/>
                </a:solidFill>
              </a:defRPr>
            </a:lvl4pPr>
            <a:lvl5pPr algn="l">
              <a:defRPr sz="1950" b="1">
                <a:solidFill>
                  <a:srgbClr val="172033"/>
                </a:solidFill>
              </a:defRPr>
            </a:lvl5pPr>
            <a:lvl6pPr algn="l">
              <a:defRPr sz="1950" b="1">
                <a:solidFill>
                  <a:srgbClr val="172033"/>
                </a:solidFill>
              </a:defRPr>
            </a:lvl6pPr>
            <a:lvl7pPr algn="l">
              <a:defRPr sz="1950" b="1">
                <a:solidFill>
                  <a:srgbClr val="172033"/>
                </a:solidFill>
              </a:defRPr>
            </a:lvl7pPr>
            <a:lvl8pPr algn="l">
              <a:defRPr sz="1950" b="1">
                <a:solidFill>
                  <a:srgbClr val="172033"/>
                </a:solidFill>
              </a:defRPr>
            </a:lvl8pPr>
            <a:lvl9pPr algn="l">
              <a:defRPr sz="19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C1CEB7-F911-4356-81AF-A07735BD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0425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3D3C88-AF1B-471D-AE88-BD7FF63D7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00450"/>
            <a:ext cx="241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React 19 · Vite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React Router · Tailwind CSS 4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Recharts · Lucide · Axios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B7583-182B-459A-B795-296276FC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2857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16417E5-EA89-4D66-BA2C-903ECCD3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6670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182BE6-BBAE-4253-9E48-1FD5DFF7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72033"/>
                </a:solidFill>
              </a:defRPr>
            </a:defPPr>
            <a:lvl1pPr algn="l">
              <a:defRPr sz="1950" b="1">
                <a:solidFill>
                  <a:srgbClr val="172033"/>
                </a:solidFill>
              </a:defRPr>
            </a:lvl1pPr>
            <a:lvl2pPr algn="l">
              <a:defRPr sz="1950" b="1">
                <a:solidFill>
                  <a:srgbClr val="172033"/>
                </a:solidFill>
              </a:defRPr>
            </a:lvl2pPr>
            <a:lvl3pPr algn="l">
              <a:defRPr sz="1950" b="1">
                <a:solidFill>
                  <a:srgbClr val="172033"/>
                </a:solidFill>
              </a:defRPr>
            </a:lvl3pPr>
            <a:lvl4pPr algn="l">
              <a:defRPr sz="1950" b="1">
                <a:solidFill>
                  <a:srgbClr val="172033"/>
                </a:solidFill>
              </a:defRPr>
            </a:lvl4pPr>
            <a:lvl5pPr algn="l">
              <a:defRPr sz="1950" b="1">
                <a:solidFill>
                  <a:srgbClr val="172033"/>
                </a:solidFill>
              </a:defRPr>
            </a:lvl5pPr>
            <a:lvl6pPr algn="l">
              <a:defRPr sz="1950" b="1">
                <a:solidFill>
                  <a:srgbClr val="172033"/>
                </a:solidFill>
              </a:defRPr>
            </a:lvl6pPr>
            <a:lvl7pPr algn="l">
              <a:defRPr sz="1950" b="1">
                <a:solidFill>
                  <a:srgbClr val="172033"/>
                </a:solidFill>
              </a:defRPr>
            </a:lvl7pPr>
            <a:lvl8pPr algn="l">
              <a:defRPr sz="1950" b="1">
                <a:solidFill>
                  <a:srgbClr val="172033"/>
                </a:solidFill>
              </a:defRPr>
            </a:lvl8pPr>
            <a:lvl9pPr algn="l">
              <a:defRPr sz="19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API server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4617F-816F-48DF-925A-B1DE9FA40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0425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5901D-18F4-49C3-9A31-4916E5C1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600450"/>
            <a:ext cx="241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Node.js · Express 4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REST routes · request validation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monthly report aggregation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0889CB-C70A-49D6-A43D-16EEBC2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28575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2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37C61-DAC1-485E-9B52-206CA93A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67000"/>
            <a:ext cx="762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67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CA8E4-4FB2-423A-BF2F-0791B4F6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950" b="1">
                <a:solidFill>
                  <a:srgbClr val="172033"/>
                </a:solidFill>
              </a:defRPr>
            </a:defPPr>
            <a:lvl1pPr algn="l">
              <a:defRPr sz="1950" b="1">
                <a:solidFill>
                  <a:srgbClr val="172033"/>
                </a:solidFill>
              </a:defRPr>
            </a:lvl1pPr>
            <a:lvl2pPr algn="l">
              <a:defRPr sz="1950" b="1">
                <a:solidFill>
                  <a:srgbClr val="172033"/>
                </a:solidFill>
              </a:defRPr>
            </a:lvl2pPr>
            <a:lvl3pPr algn="l">
              <a:defRPr sz="1950" b="1">
                <a:solidFill>
                  <a:srgbClr val="172033"/>
                </a:solidFill>
              </a:defRPr>
            </a:lvl3pPr>
            <a:lvl4pPr algn="l">
              <a:defRPr sz="1950" b="1">
                <a:solidFill>
                  <a:srgbClr val="172033"/>
                </a:solidFill>
              </a:defRPr>
            </a:lvl4pPr>
            <a:lvl5pPr algn="l">
              <a:defRPr sz="1950" b="1">
                <a:solidFill>
                  <a:srgbClr val="172033"/>
                </a:solidFill>
              </a:defRPr>
            </a:lvl5pPr>
            <a:lvl6pPr algn="l">
              <a:defRPr sz="1950" b="1">
                <a:solidFill>
                  <a:srgbClr val="172033"/>
                </a:solidFill>
              </a:defRPr>
            </a:lvl6pPr>
            <a:lvl7pPr algn="l">
              <a:defRPr sz="1950" b="1">
                <a:solidFill>
                  <a:srgbClr val="172033"/>
                </a:solidFill>
              </a:defRPr>
            </a:lvl7pPr>
            <a:lvl8pPr algn="l">
              <a:defRPr sz="1950" b="1">
                <a:solidFill>
                  <a:srgbClr val="172033"/>
                </a:solidFill>
              </a:defRPr>
            </a:lvl8pPr>
            <a:lvl9pPr algn="l">
              <a:defRPr sz="19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172033"/>
                </a:solidFill>
              </a:defRPr>
            </a:pPr>
            <a:r>
              <a:rPr sz="1950" b="1">
                <a:solidFill>
                  <a:srgbClr val="172033"/>
                </a:solidFill>
              </a:rPr>
              <a:t>Database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34964C-012D-4BEB-90B0-4F55A47E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00425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DD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2D76C-8754-45C2-B5E8-9695D5081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600450"/>
            <a:ext cx="24193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MongoDB · Mongoose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Transactions · budgets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categories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3F6E74-BBAF-4C1A-B625-FB187E3E7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6D4AFF"/>
                </a:solidFill>
              </a:defRPr>
            </a:defPPr>
            <a:lvl1pPr algn="ctr">
              <a:defRPr sz="975" b="1">
                <a:solidFill>
                  <a:srgbClr val="6D4AFF"/>
                </a:solidFill>
              </a:defRPr>
            </a:lvl1pPr>
            <a:lvl2pPr algn="ctr">
              <a:defRPr sz="975" b="1">
                <a:solidFill>
                  <a:srgbClr val="6D4AFF"/>
                </a:solidFill>
              </a:defRPr>
            </a:lvl2pPr>
            <a:lvl3pPr algn="ctr">
              <a:defRPr sz="975" b="1">
                <a:solidFill>
                  <a:srgbClr val="6D4AFF"/>
                </a:solidFill>
              </a:defRPr>
            </a:lvl3pPr>
            <a:lvl4pPr algn="ctr">
              <a:defRPr sz="975" b="1">
                <a:solidFill>
                  <a:srgbClr val="6D4AFF"/>
                </a:solidFill>
              </a:defRPr>
            </a:lvl4pPr>
            <a:lvl5pPr algn="ctr">
              <a:defRPr sz="975" b="1">
                <a:solidFill>
                  <a:srgbClr val="6D4AFF"/>
                </a:solidFill>
              </a:defRPr>
            </a:lvl5pPr>
            <a:lvl6pPr algn="ctr">
              <a:defRPr sz="975" b="1">
                <a:solidFill>
                  <a:srgbClr val="6D4AFF"/>
                </a:solidFill>
              </a:defRPr>
            </a:lvl6pPr>
            <a:lvl7pPr algn="ctr">
              <a:defRPr sz="975" b="1">
                <a:solidFill>
                  <a:srgbClr val="6D4AFF"/>
                </a:solidFill>
              </a:defRPr>
            </a:lvl7pPr>
            <a:lvl8pPr algn="ctr">
              <a:defRPr sz="975" b="1">
                <a:solidFill>
                  <a:srgbClr val="6D4AFF"/>
                </a:solidFill>
              </a:defRPr>
            </a:lvl8pPr>
            <a:lvl9pPr algn="ctr">
              <a:defRPr sz="975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6D4AFF"/>
                </a:solidFill>
              </a:defRPr>
            </a:pPr>
            <a:r>
              <a:rPr sz="975" b="1">
                <a:solidFill>
                  <a:srgbClr val="6D4AFF"/>
                </a:solidFill>
              </a:rPr>
              <a:t>HTTP + JSON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4649D9-0DD9-496B-80F7-11BB3078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956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975" b="1">
                <a:solidFill>
                  <a:srgbClr val="2F806B"/>
                </a:solidFill>
              </a:defRPr>
            </a:defPPr>
            <a:lvl1pPr algn="ctr">
              <a:defRPr sz="975" b="1">
                <a:solidFill>
                  <a:srgbClr val="2F806B"/>
                </a:solidFill>
              </a:defRPr>
            </a:lvl1pPr>
            <a:lvl2pPr algn="ctr">
              <a:defRPr sz="975" b="1">
                <a:solidFill>
                  <a:srgbClr val="2F806B"/>
                </a:solidFill>
              </a:defRPr>
            </a:lvl2pPr>
            <a:lvl3pPr algn="ctr">
              <a:defRPr sz="975" b="1">
                <a:solidFill>
                  <a:srgbClr val="2F806B"/>
                </a:solidFill>
              </a:defRPr>
            </a:lvl3pPr>
            <a:lvl4pPr algn="ctr">
              <a:defRPr sz="975" b="1">
                <a:solidFill>
                  <a:srgbClr val="2F806B"/>
                </a:solidFill>
              </a:defRPr>
            </a:lvl4pPr>
            <a:lvl5pPr algn="ctr">
              <a:defRPr sz="975" b="1">
                <a:solidFill>
                  <a:srgbClr val="2F806B"/>
                </a:solidFill>
              </a:defRPr>
            </a:lvl5pPr>
            <a:lvl6pPr algn="ctr">
              <a:defRPr sz="975" b="1">
                <a:solidFill>
                  <a:srgbClr val="2F806B"/>
                </a:solidFill>
              </a:defRPr>
            </a:lvl6pPr>
            <a:lvl7pPr algn="ctr">
              <a:defRPr sz="975" b="1">
                <a:solidFill>
                  <a:srgbClr val="2F806B"/>
                </a:solidFill>
              </a:defRPr>
            </a:lvl7pPr>
            <a:lvl8pPr algn="ctr">
              <a:defRPr sz="975" b="1">
                <a:solidFill>
                  <a:srgbClr val="2F806B"/>
                </a:solidFill>
              </a:defRPr>
            </a:lvl8pPr>
            <a:lvl9pPr algn="ctr">
              <a:defRPr sz="975" b="1">
                <a:solidFill>
                  <a:srgbClr val="2F806B"/>
                </a:solidFill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2F806B"/>
                </a:solidFill>
              </a:defRPr>
            </a:pPr>
            <a:r>
              <a:rPr sz="975" b="1">
                <a:solidFill>
                  <a:srgbClr val="2F806B"/>
                </a:solidFill>
              </a:rPr>
              <a:t>HTTP + JSON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2CCCD-A200-4857-BDF4-FEB96276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A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BCFC9B-8B34-4E53-8D6C-047AB6905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81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6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EDD6E6-7954-4A19-8697-BE70493B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809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GET /api/health checks API and database status</a:t>
            </a:r>
          </a:p>
        </p:txBody>
      </p:sp>
    </p:spTree>
    <p:extLst>
      <p:ext uri="{BB962C8B-B14F-4D97-AF65-F5344CB8AC3E}">
        <p14:creationId xmlns:p14="http://schemas.microsoft.com/office/powerpoint/2010/main" val="10128761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1D5B45-474B-4205-8BEF-090E76B4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BACKEND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71B61-A8FF-4BEF-A014-C26B4CA7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72033"/>
                </a:solidFill>
              </a:defRPr>
            </a:defPPr>
            <a:lvl1pPr algn="l">
              <a:defRPr sz="3450" b="1">
                <a:solidFill>
                  <a:srgbClr val="172033"/>
                </a:solidFill>
              </a:defRPr>
            </a:lvl1pPr>
            <a:lvl2pPr algn="l">
              <a:defRPr sz="3450" b="1">
                <a:solidFill>
                  <a:srgbClr val="172033"/>
                </a:solidFill>
              </a:defRPr>
            </a:lvl2pPr>
            <a:lvl3pPr algn="l">
              <a:defRPr sz="3450" b="1">
                <a:solidFill>
                  <a:srgbClr val="172033"/>
                </a:solidFill>
              </a:defRPr>
            </a:lvl3pPr>
            <a:lvl4pPr algn="l">
              <a:defRPr sz="3450" b="1">
                <a:solidFill>
                  <a:srgbClr val="172033"/>
                </a:solidFill>
              </a:defRPr>
            </a:lvl4pPr>
            <a:lvl5pPr algn="l">
              <a:defRPr sz="3450" b="1">
                <a:solidFill>
                  <a:srgbClr val="172033"/>
                </a:solidFill>
              </a:defRPr>
            </a:lvl5pPr>
            <a:lvl6pPr algn="l">
              <a:defRPr sz="3450" b="1">
                <a:solidFill>
                  <a:srgbClr val="172033"/>
                </a:solidFill>
              </a:defRPr>
            </a:lvl6pPr>
            <a:lvl7pPr algn="l">
              <a:defRPr sz="3450" b="1">
                <a:solidFill>
                  <a:srgbClr val="172033"/>
                </a:solidFill>
              </a:defRPr>
            </a:lvl7pPr>
            <a:lvl8pPr algn="l">
              <a:defRPr sz="3450" b="1">
                <a:solidFill>
                  <a:srgbClr val="172033"/>
                </a:solidFill>
              </a:defRPr>
            </a:lvl8pPr>
            <a:lvl9pPr algn="l">
              <a:defRPr sz="34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Three records power the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D3D687-E13F-4DDF-ADF2-8338051D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579"/>
                </a:solidFill>
              </a:defRPr>
            </a:defPPr>
            <a:lvl1pPr algn="l">
              <a:defRPr sz="1575" b="0">
                <a:solidFill>
                  <a:srgbClr val="596579"/>
                </a:solidFill>
              </a:defRPr>
            </a:lvl1pPr>
            <a:lvl2pPr algn="l">
              <a:defRPr sz="1575" b="0">
                <a:solidFill>
                  <a:srgbClr val="596579"/>
                </a:solidFill>
              </a:defRPr>
            </a:lvl2pPr>
            <a:lvl3pPr algn="l">
              <a:defRPr sz="1575" b="0">
                <a:solidFill>
                  <a:srgbClr val="596579"/>
                </a:solidFill>
              </a:defRPr>
            </a:lvl3pPr>
            <a:lvl4pPr algn="l">
              <a:defRPr sz="1575" b="0">
                <a:solidFill>
                  <a:srgbClr val="596579"/>
                </a:solidFill>
              </a:defRPr>
            </a:lvl4pPr>
            <a:lvl5pPr algn="l">
              <a:defRPr sz="1575" b="0">
                <a:solidFill>
                  <a:srgbClr val="596579"/>
                </a:solidFill>
              </a:defRPr>
            </a:lvl5pPr>
            <a:lvl6pPr algn="l">
              <a:defRPr sz="1575" b="0">
                <a:solidFill>
                  <a:srgbClr val="596579"/>
                </a:solidFill>
              </a:defRPr>
            </a:lvl6pPr>
            <a:lvl7pPr algn="l">
              <a:defRPr sz="1575" b="0">
                <a:solidFill>
                  <a:srgbClr val="596579"/>
                </a:solidFill>
              </a:defRPr>
            </a:lvl7pPr>
            <a:lvl8pPr algn="l">
              <a:defRPr sz="1575" b="0">
                <a:solidFill>
                  <a:srgbClr val="596579"/>
                </a:solidFill>
              </a:defRPr>
            </a:lvl8pPr>
            <a:lvl9pPr algn="l">
              <a:defRPr sz="15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579"/>
                </a:solidFill>
              </a:defRPr>
            </a:pPr>
            <a:r>
              <a:rPr sz="1575" b="0">
                <a:solidFill>
                  <a:srgbClr val="596579"/>
                </a:solidFill>
              </a:rPr>
              <a:t>Resource routes keep the main operations explicit and easy to explain.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B27C7-BB9D-4300-9CDF-E5181F59A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96579"/>
                </a:solidFill>
              </a:defRPr>
            </a:defPPr>
            <a:lvl1pPr algn="l">
              <a:defRPr sz="900" b="1">
                <a:solidFill>
                  <a:srgbClr val="596579"/>
                </a:solidFill>
              </a:defRPr>
            </a:lvl1pPr>
            <a:lvl2pPr algn="l">
              <a:defRPr sz="900" b="1">
                <a:solidFill>
                  <a:srgbClr val="596579"/>
                </a:solidFill>
              </a:defRPr>
            </a:lvl2pPr>
            <a:lvl3pPr algn="l">
              <a:defRPr sz="900" b="1">
                <a:solidFill>
                  <a:srgbClr val="596579"/>
                </a:solidFill>
              </a:defRPr>
            </a:lvl3pPr>
            <a:lvl4pPr algn="l">
              <a:defRPr sz="900" b="1">
                <a:solidFill>
                  <a:srgbClr val="596579"/>
                </a:solidFill>
              </a:defRPr>
            </a:lvl4pPr>
            <a:lvl5pPr algn="l">
              <a:defRPr sz="900" b="1">
                <a:solidFill>
                  <a:srgbClr val="596579"/>
                </a:solidFill>
              </a:defRPr>
            </a:lvl5pPr>
            <a:lvl6pPr algn="l">
              <a:defRPr sz="900" b="1">
                <a:solidFill>
                  <a:srgbClr val="596579"/>
                </a:solidFill>
              </a:defRPr>
            </a:lvl6pPr>
            <a:lvl7pPr algn="l">
              <a:defRPr sz="900" b="1">
                <a:solidFill>
                  <a:srgbClr val="596579"/>
                </a:solidFill>
              </a:defRPr>
            </a:lvl7pPr>
            <a:lvl8pPr algn="l">
              <a:defRPr sz="900" b="1">
                <a:solidFill>
                  <a:srgbClr val="596579"/>
                </a:solidFill>
              </a:defRPr>
            </a:lvl8pPr>
            <a:lvl9pPr algn="l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EA47BF-0F48-48EF-B630-772686C2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96579"/>
                </a:solidFill>
              </a:defRPr>
            </a:defPPr>
            <a:lvl1pPr algn="r">
              <a:defRPr sz="900" b="1">
                <a:solidFill>
                  <a:srgbClr val="596579"/>
                </a:solidFill>
              </a:defRPr>
            </a:lvl1pPr>
            <a:lvl2pPr algn="r">
              <a:defRPr sz="900" b="1">
                <a:solidFill>
                  <a:srgbClr val="596579"/>
                </a:solidFill>
              </a:defRPr>
            </a:lvl2pPr>
            <a:lvl3pPr algn="r">
              <a:defRPr sz="900" b="1">
                <a:solidFill>
                  <a:srgbClr val="596579"/>
                </a:solidFill>
              </a:defRPr>
            </a:lvl3pPr>
            <a:lvl4pPr algn="r">
              <a:defRPr sz="900" b="1">
                <a:solidFill>
                  <a:srgbClr val="596579"/>
                </a:solidFill>
              </a:defRPr>
            </a:lvl4pPr>
            <a:lvl5pPr algn="r">
              <a:defRPr sz="900" b="1">
                <a:solidFill>
                  <a:srgbClr val="596579"/>
                </a:solidFill>
              </a:defRPr>
            </a:lvl5pPr>
            <a:lvl6pPr algn="r">
              <a:defRPr sz="900" b="1">
                <a:solidFill>
                  <a:srgbClr val="596579"/>
                </a:solidFill>
              </a:defRPr>
            </a:lvl6pPr>
            <a:lvl7pPr algn="r">
              <a:defRPr sz="900" b="1">
                <a:solidFill>
                  <a:srgbClr val="596579"/>
                </a:solidFill>
              </a:defRPr>
            </a:lvl7pPr>
            <a:lvl8pPr algn="r">
              <a:defRPr sz="900" b="1">
                <a:solidFill>
                  <a:srgbClr val="596579"/>
                </a:solidFill>
              </a:defRPr>
            </a:lvl8pPr>
            <a:lvl9pPr algn="r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C6533D-69C2-4C7F-9412-B8DFAF07B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TRANSACTION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B7159-6953-4F18-8C49-FD269C85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95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title · amount · type</a:t>
            </a:r>
          </a:p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category · date · description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0CDFE9-8C9B-438B-BF29-C724193F7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76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2F806B"/>
                </a:solidFill>
              </a:defRPr>
            </a:defPPr>
            <a:lvl1pPr algn="l">
              <a:defRPr sz="1050" b="1">
                <a:solidFill>
                  <a:srgbClr val="2F806B"/>
                </a:solidFill>
              </a:defRPr>
            </a:lvl1pPr>
            <a:lvl2pPr algn="l">
              <a:defRPr sz="1050" b="1">
                <a:solidFill>
                  <a:srgbClr val="2F806B"/>
                </a:solidFill>
              </a:defRPr>
            </a:lvl2pPr>
            <a:lvl3pPr algn="l">
              <a:defRPr sz="1050" b="1">
                <a:solidFill>
                  <a:srgbClr val="2F806B"/>
                </a:solidFill>
              </a:defRPr>
            </a:lvl3pPr>
            <a:lvl4pPr algn="l">
              <a:defRPr sz="1050" b="1">
                <a:solidFill>
                  <a:srgbClr val="2F806B"/>
                </a:solidFill>
              </a:defRPr>
            </a:lvl4pPr>
            <a:lvl5pPr algn="l">
              <a:defRPr sz="1050" b="1">
                <a:solidFill>
                  <a:srgbClr val="2F806B"/>
                </a:solidFill>
              </a:defRPr>
            </a:lvl5pPr>
            <a:lvl6pPr algn="l">
              <a:defRPr sz="1050" b="1">
                <a:solidFill>
                  <a:srgbClr val="2F806B"/>
                </a:solidFill>
              </a:defRPr>
            </a:lvl6pPr>
            <a:lvl7pPr algn="l">
              <a:defRPr sz="1050" b="1">
                <a:solidFill>
                  <a:srgbClr val="2F806B"/>
                </a:solidFill>
              </a:defRPr>
            </a:lvl7pPr>
            <a:lvl8pPr algn="l">
              <a:defRPr sz="1050" b="1">
                <a:solidFill>
                  <a:srgbClr val="2F806B"/>
                </a:solidFill>
              </a:defRPr>
            </a:lvl8pPr>
            <a:lvl9pPr algn="l">
              <a:defRPr sz="1050" b="1">
                <a:solidFill>
                  <a:srgbClr val="2F806B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2F806B"/>
                </a:solidFill>
              </a:defRPr>
            </a:pPr>
            <a:r>
              <a:rPr sz="1050" b="1">
                <a:solidFill>
                  <a:srgbClr val="2F806B"/>
                </a:solidFill>
              </a:rPr>
              <a:t>BUDGET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EF31FC-A66F-44F0-BA95-05E3012C7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category · month</a:t>
            </a:r>
          </a:p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amount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401661-2EAF-416C-9A27-8FF5B07C3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765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CF674F"/>
                </a:solidFill>
              </a:defRPr>
            </a:defPPr>
            <a:lvl1pPr algn="l">
              <a:defRPr sz="1050" b="1">
                <a:solidFill>
                  <a:srgbClr val="CF674F"/>
                </a:solidFill>
              </a:defRPr>
            </a:lvl1pPr>
            <a:lvl2pPr algn="l">
              <a:defRPr sz="1050" b="1">
                <a:solidFill>
                  <a:srgbClr val="CF674F"/>
                </a:solidFill>
              </a:defRPr>
            </a:lvl2pPr>
            <a:lvl3pPr algn="l">
              <a:defRPr sz="1050" b="1">
                <a:solidFill>
                  <a:srgbClr val="CF674F"/>
                </a:solidFill>
              </a:defRPr>
            </a:lvl3pPr>
            <a:lvl4pPr algn="l">
              <a:defRPr sz="1050" b="1">
                <a:solidFill>
                  <a:srgbClr val="CF674F"/>
                </a:solidFill>
              </a:defRPr>
            </a:lvl4pPr>
            <a:lvl5pPr algn="l">
              <a:defRPr sz="1050" b="1">
                <a:solidFill>
                  <a:srgbClr val="CF674F"/>
                </a:solidFill>
              </a:defRPr>
            </a:lvl5pPr>
            <a:lvl6pPr algn="l">
              <a:defRPr sz="1050" b="1">
                <a:solidFill>
                  <a:srgbClr val="CF674F"/>
                </a:solidFill>
              </a:defRPr>
            </a:lvl6pPr>
            <a:lvl7pPr algn="l">
              <a:defRPr sz="1050" b="1">
                <a:solidFill>
                  <a:srgbClr val="CF674F"/>
                </a:solidFill>
              </a:defRPr>
            </a:lvl7pPr>
            <a:lvl8pPr algn="l">
              <a:defRPr sz="1050" b="1">
                <a:solidFill>
                  <a:srgbClr val="CF674F"/>
                </a:solidFill>
              </a:defRPr>
            </a:lvl8pPr>
            <a:lvl9pPr algn="l">
              <a:defRPr sz="1050" b="1">
                <a:solidFill>
                  <a:srgbClr val="CF674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CF674F"/>
                </a:solidFill>
              </a:defRPr>
            </a:pPr>
            <a:r>
              <a:rPr sz="1050" b="1">
                <a:solidFill>
                  <a:srgbClr val="CF674F"/>
                </a:solidFill>
              </a:rPr>
              <a:t>CATEGORY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CF2659-4EBE-49AC-9975-7E1D3385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95600"/>
            <a:ext cx="3143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725" b="1">
                <a:solidFill>
                  <a:srgbClr val="172033"/>
                </a:solidFill>
              </a:defRPr>
            </a:defPPr>
            <a:lvl1pPr algn="l">
              <a:defRPr sz="1725" b="1">
                <a:solidFill>
                  <a:srgbClr val="172033"/>
                </a:solidFill>
              </a:defRPr>
            </a:lvl1pPr>
            <a:lvl2pPr algn="l">
              <a:defRPr sz="1725" b="1">
                <a:solidFill>
                  <a:srgbClr val="172033"/>
                </a:solidFill>
              </a:defRPr>
            </a:lvl2pPr>
            <a:lvl3pPr algn="l">
              <a:defRPr sz="1725" b="1">
                <a:solidFill>
                  <a:srgbClr val="172033"/>
                </a:solidFill>
              </a:defRPr>
            </a:lvl3pPr>
            <a:lvl4pPr algn="l">
              <a:defRPr sz="1725" b="1">
                <a:solidFill>
                  <a:srgbClr val="172033"/>
                </a:solidFill>
              </a:defRPr>
            </a:lvl4pPr>
            <a:lvl5pPr algn="l">
              <a:defRPr sz="1725" b="1">
                <a:solidFill>
                  <a:srgbClr val="172033"/>
                </a:solidFill>
              </a:defRPr>
            </a:lvl5pPr>
            <a:lvl6pPr algn="l">
              <a:defRPr sz="1725" b="1">
                <a:solidFill>
                  <a:srgbClr val="172033"/>
                </a:solidFill>
              </a:defRPr>
            </a:lvl6pPr>
            <a:lvl7pPr algn="l">
              <a:defRPr sz="1725" b="1">
                <a:solidFill>
                  <a:srgbClr val="172033"/>
                </a:solidFill>
              </a:defRPr>
            </a:lvl7pPr>
            <a:lvl8pPr algn="l">
              <a:defRPr sz="1725" b="1">
                <a:solidFill>
                  <a:srgbClr val="172033"/>
                </a:solidFill>
              </a:defRPr>
            </a:lvl8pPr>
            <a:lvl9pPr algn="l">
              <a:defRPr sz="1725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name · type · normalized key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41AA88-B405-476B-B315-292783CA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43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596579"/>
                </a:solidFill>
              </a:defRPr>
            </a:defPPr>
            <a:lvl1pPr algn="l">
              <a:defRPr sz="975" b="1">
                <a:solidFill>
                  <a:srgbClr val="596579"/>
                </a:solidFill>
              </a:defRPr>
            </a:lvl1pPr>
            <a:lvl2pPr algn="l">
              <a:defRPr sz="975" b="1">
                <a:solidFill>
                  <a:srgbClr val="596579"/>
                </a:solidFill>
              </a:defRPr>
            </a:lvl2pPr>
            <a:lvl3pPr algn="l">
              <a:defRPr sz="975" b="1">
                <a:solidFill>
                  <a:srgbClr val="596579"/>
                </a:solidFill>
              </a:defRPr>
            </a:lvl3pPr>
            <a:lvl4pPr algn="l">
              <a:defRPr sz="975" b="1">
                <a:solidFill>
                  <a:srgbClr val="596579"/>
                </a:solidFill>
              </a:defRPr>
            </a:lvl4pPr>
            <a:lvl5pPr algn="l">
              <a:defRPr sz="975" b="1">
                <a:solidFill>
                  <a:srgbClr val="596579"/>
                </a:solidFill>
              </a:defRPr>
            </a:lvl5pPr>
            <a:lvl6pPr algn="l">
              <a:defRPr sz="975" b="1">
                <a:solidFill>
                  <a:srgbClr val="596579"/>
                </a:solidFill>
              </a:defRPr>
            </a:lvl6pPr>
            <a:lvl7pPr algn="l">
              <a:defRPr sz="975" b="1">
                <a:solidFill>
                  <a:srgbClr val="596579"/>
                </a:solidFill>
              </a:defRPr>
            </a:lvl7pPr>
            <a:lvl8pPr algn="l">
              <a:defRPr sz="975" b="1">
                <a:solidFill>
                  <a:srgbClr val="596579"/>
                </a:solidFill>
              </a:defRPr>
            </a:lvl8pPr>
            <a:lvl9pPr algn="l">
              <a:defRPr sz="975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6579"/>
                </a:solidFill>
              </a:defRPr>
            </a:pPr>
            <a:r>
              <a:rPr sz="975" b="1">
                <a:solidFill>
                  <a:srgbClr val="596579"/>
                </a:solidFill>
              </a:rPr>
              <a:t>TRANSACTION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93D940-20A7-4DC7-B03A-B4C6B1A7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</a:defRPr>
            </a:defPPr>
            <a:lvl1pPr algn="l">
              <a:defRPr sz="1350" b="1">
                <a:solidFill>
                  <a:srgbClr val="172033"/>
                </a:solidFill>
              </a:defRPr>
            </a:lvl1pPr>
            <a:lvl2pPr algn="l">
              <a:defRPr sz="1350" b="1">
                <a:solidFill>
                  <a:srgbClr val="172033"/>
                </a:solidFill>
              </a:defRPr>
            </a:lvl2pPr>
            <a:lvl3pPr algn="l">
              <a:defRPr sz="1350" b="1">
                <a:solidFill>
                  <a:srgbClr val="172033"/>
                </a:solidFill>
              </a:defRPr>
            </a:lvl3pPr>
            <a:lvl4pPr algn="l">
              <a:defRPr sz="1350" b="1">
                <a:solidFill>
                  <a:srgbClr val="172033"/>
                </a:solidFill>
              </a:defRPr>
            </a:lvl4pPr>
            <a:lvl5pPr algn="l">
              <a:defRPr sz="1350" b="1">
                <a:solidFill>
                  <a:srgbClr val="172033"/>
                </a:solidFill>
              </a:defRPr>
            </a:lvl5pPr>
            <a:lvl6pPr algn="l">
              <a:defRPr sz="1350" b="1">
                <a:solidFill>
                  <a:srgbClr val="172033"/>
                </a:solidFill>
              </a:defRPr>
            </a:lvl6pPr>
            <a:lvl7pPr algn="l">
              <a:defRPr sz="1350" b="1">
                <a:solidFill>
                  <a:srgbClr val="172033"/>
                </a:solidFill>
              </a:defRPr>
            </a:lvl7pPr>
            <a:lvl8pPr algn="l">
              <a:defRPr sz="1350" b="1">
                <a:solidFill>
                  <a:srgbClr val="172033"/>
                </a:solidFill>
              </a:defRPr>
            </a:lvl8pPr>
            <a:lvl9pPr algn="l">
              <a:defRPr sz="13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GET · POST · PUT · 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7CBF74-E849-4561-97A1-902DB325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343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596579"/>
                </a:solidFill>
              </a:defRPr>
            </a:defPPr>
            <a:lvl1pPr algn="l">
              <a:defRPr sz="975" b="1">
                <a:solidFill>
                  <a:srgbClr val="596579"/>
                </a:solidFill>
              </a:defRPr>
            </a:lvl1pPr>
            <a:lvl2pPr algn="l">
              <a:defRPr sz="975" b="1">
                <a:solidFill>
                  <a:srgbClr val="596579"/>
                </a:solidFill>
              </a:defRPr>
            </a:lvl2pPr>
            <a:lvl3pPr algn="l">
              <a:defRPr sz="975" b="1">
                <a:solidFill>
                  <a:srgbClr val="596579"/>
                </a:solidFill>
              </a:defRPr>
            </a:lvl3pPr>
            <a:lvl4pPr algn="l">
              <a:defRPr sz="975" b="1">
                <a:solidFill>
                  <a:srgbClr val="596579"/>
                </a:solidFill>
              </a:defRPr>
            </a:lvl4pPr>
            <a:lvl5pPr algn="l">
              <a:defRPr sz="975" b="1">
                <a:solidFill>
                  <a:srgbClr val="596579"/>
                </a:solidFill>
              </a:defRPr>
            </a:lvl5pPr>
            <a:lvl6pPr algn="l">
              <a:defRPr sz="975" b="1">
                <a:solidFill>
                  <a:srgbClr val="596579"/>
                </a:solidFill>
              </a:defRPr>
            </a:lvl6pPr>
            <a:lvl7pPr algn="l">
              <a:defRPr sz="975" b="1">
                <a:solidFill>
                  <a:srgbClr val="596579"/>
                </a:solidFill>
              </a:defRPr>
            </a:lvl7pPr>
            <a:lvl8pPr algn="l">
              <a:defRPr sz="975" b="1">
                <a:solidFill>
                  <a:srgbClr val="596579"/>
                </a:solidFill>
              </a:defRPr>
            </a:lvl8pPr>
            <a:lvl9pPr algn="l">
              <a:defRPr sz="975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6579"/>
                </a:solidFill>
              </a:defRPr>
            </a:pPr>
            <a:r>
              <a:rPr sz="975" b="1">
                <a:solidFill>
                  <a:srgbClr val="596579"/>
                </a:solidFill>
              </a:rPr>
              <a:t>BUDGET 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4556B-0797-42BF-AE75-0CCA67A8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48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</a:defRPr>
            </a:defPPr>
            <a:lvl1pPr algn="l">
              <a:defRPr sz="1350" b="1">
                <a:solidFill>
                  <a:srgbClr val="172033"/>
                </a:solidFill>
              </a:defRPr>
            </a:lvl1pPr>
            <a:lvl2pPr algn="l">
              <a:defRPr sz="1350" b="1">
                <a:solidFill>
                  <a:srgbClr val="172033"/>
                </a:solidFill>
              </a:defRPr>
            </a:lvl2pPr>
            <a:lvl3pPr algn="l">
              <a:defRPr sz="1350" b="1">
                <a:solidFill>
                  <a:srgbClr val="172033"/>
                </a:solidFill>
              </a:defRPr>
            </a:lvl3pPr>
            <a:lvl4pPr algn="l">
              <a:defRPr sz="1350" b="1">
                <a:solidFill>
                  <a:srgbClr val="172033"/>
                </a:solidFill>
              </a:defRPr>
            </a:lvl4pPr>
            <a:lvl5pPr algn="l">
              <a:defRPr sz="1350" b="1">
                <a:solidFill>
                  <a:srgbClr val="172033"/>
                </a:solidFill>
              </a:defRPr>
            </a:lvl5pPr>
            <a:lvl6pPr algn="l">
              <a:defRPr sz="1350" b="1">
                <a:solidFill>
                  <a:srgbClr val="172033"/>
                </a:solidFill>
              </a:defRPr>
            </a:lvl6pPr>
            <a:lvl7pPr algn="l">
              <a:defRPr sz="1350" b="1">
                <a:solidFill>
                  <a:srgbClr val="172033"/>
                </a:solidFill>
              </a:defRPr>
            </a:lvl7pPr>
            <a:lvl8pPr algn="l">
              <a:defRPr sz="1350" b="1">
                <a:solidFill>
                  <a:srgbClr val="172033"/>
                </a:solidFill>
              </a:defRPr>
            </a:lvl8pPr>
            <a:lvl9pPr algn="l">
              <a:defRPr sz="13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Month filter + CRUD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E93498-F20D-4690-AE36-76BACE2B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34340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75" b="1">
                <a:solidFill>
                  <a:srgbClr val="596579"/>
                </a:solidFill>
              </a:defRPr>
            </a:defPPr>
            <a:lvl1pPr algn="l">
              <a:defRPr sz="975" b="1">
                <a:solidFill>
                  <a:srgbClr val="596579"/>
                </a:solidFill>
              </a:defRPr>
            </a:lvl1pPr>
            <a:lvl2pPr algn="l">
              <a:defRPr sz="975" b="1">
                <a:solidFill>
                  <a:srgbClr val="596579"/>
                </a:solidFill>
              </a:defRPr>
            </a:lvl2pPr>
            <a:lvl3pPr algn="l">
              <a:defRPr sz="975" b="1">
                <a:solidFill>
                  <a:srgbClr val="596579"/>
                </a:solidFill>
              </a:defRPr>
            </a:lvl3pPr>
            <a:lvl4pPr algn="l">
              <a:defRPr sz="975" b="1">
                <a:solidFill>
                  <a:srgbClr val="596579"/>
                </a:solidFill>
              </a:defRPr>
            </a:lvl4pPr>
            <a:lvl5pPr algn="l">
              <a:defRPr sz="975" b="1">
                <a:solidFill>
                  <a:srgbClr val="596579"/>
                </a:solidFill>
              </a:defRPr>
            </a:lvl5pPr>
            <a:lvl6pPr algn="l">
              <a:defRPr sz="975" b="1">
                <a:solidFill>
                  <a:srgbClr val="596579"/>
                </a:solidFill>
              </a:defRPr>
            </a:lvl6pPr>
            <a:lvl7pPr algn="l">
              <a:defRPr sz="975" b="1">
                <a:solidFill>
                  <a:srgbClr val="596579"/>
                </a:solidFill>
              </a:defRPr>
            </a:lvl7pPr>
            <a:lvl8pPr algn="l">
              <a:defRPr sz="975" b="1">
                <a:solidFill>
                  <a:srgbClr val="596579"/>
                </a:solidFill>
              </a:defRPr>
            </a:lvl8pPr>
            <a:lvl9pPr algn="l">
              <a:defRPr sz="975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596579"/>
                </a:solidFill>
              </a:defRPr>
            </a:pPr>
            <a:r>
              <a:rPr sz="975" b="1">
                <a:solidFill>
                  <a:srgbClr val="596579"/>
                </a:solidFill>
              </a:rPr>
              <a:t>CATEGORY API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3E196-9383-4584-B74A-1D01F549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48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1">
                <a:solidFill>
                  <a:srgbClr val="172033"/>
                </a:solidFill>
              </a:defRPr>
            </a:defPPr>
            <a:lvl1pPr algn="l">
              <a:defRPr sz="1350" b="1">
                <a:solidFill>
                  <a:srgbClr val="172033"/>
                </a:solidFill>
              </a:defRPr>
            </a:lvl1pPr>
            <a:lvl2pPr algn="l">
              <a:defRPr sz="1350" b="1">
                <a:solidFill>
                  <a:srgbClr val="172033"/>
                </a:solidFill>
              </a:defRPr>
            </a:lvl2pPr>
            <a:lvl3pPr algn="l">
              <a:defRPr sz="1350" b="1">
                <a:solidFill>
                  <a:srgbClr val="172033"/>
                </a:solidFill>
              </a:defRPr>
            </a:lvl3pPr>
            <a:lvl4pPr algn="l">
              <a:defRPr sz="1350" b="1">
                <a:solidFill>
                  <a:srgbClr val="172033"/>
                </a:solidFill>
              </a:defRPr>
            </a:lvl4pPr>
            <a:lvl5pPr algn="l">
              <a:defRPr sz="1350" b="1">
                <a:solidFill>
                  <a:srgbClr val="172033"/>
                </a:solidFill>
              </a:defRPr>
            </a:lvl5pPr>
            <a:lvl6pPr algn="l">
              <a:defRPr sz="1350" b="1">
                <a:solidFill>
                  <a:srgbClr val="172033"/>
                </a:solidFill>
              </a:defRPr>
            </a:lvl6pPr>
            <a:lvl7pPr algn="l">
              <a:defRPr sz="1350" b="1">
                <a:solidFill>
                  <a:srgbClr val="172033"/>
                </a:solidFill>
              </a:defRPr>
            </a:lvl7pPr>
            <a:lvl8pPr algn="l">
              <a:defRPr sz="1350" b="1">
                <a:solidFill>
                  <a:srgbClr val="172033"/>
                </a:solidFill>
              </a:defRPr>
            </a:lvl8pPr>
            <a:lvl9pPr algn="l">
              <a:defRPr sz="13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Custom category CRUD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CAA558-E835-42FF-BC5A-B58BCAA8D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1074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CC5007-F0CF-417C-A0E5-78E09E98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05450"/>
            <a:ext cx="123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00" b="1">
                <a:solidFill>
                  <a:srgbClr val="6D4AFF"/>
                </a:solidFill>
              </a:defRPr>
            </a:defPPr>
            <a:lvl1pPr algn="l">
              <a:defRPr sz="1200" b="1">
                <a:solidFill>
                  <a:srgbClr val="6D4AFF"/>
                </a:solidFill>
              </a:defRPr>
            </a:lvl1pPr>
            <a:lvl2pPr algn="l">
              <a:defRPr sz="1200" b="1">
                <a:solidFill>
                  <a:srgbClr val="6D4AFF"/>
                </a:solidFill>
              </a:defRPr>
            </a:lvl2pPr>
            <a:lvl3pPr algn="l">
              <a:defRPr sz="1200" b="1">
                <a:solidFill>
                  <a:srgbClr val="6D4AFF"/>
                </a:solidFill>
              </a:defRPr>
            </a:lvl3pPr>
            <a:lvl4pPr algn="l">
              <a:defRPr sz="1200" b="1">
                <a:solidFill>
                  <a:srgbClr val="6D4AFF"/>
                </a:solidFill>
              </a:defRPr>
            </a:lvl4pPr>
            <a:lvl5pPr algn="l">
              <a:defRPr sz="1200" b="1">
                <a:solidFill>
                  <a:srgbClr val="6D4AFF"/>
                </a:solidFill>
              </a:defRPr>
            </a:lvl5pPr>
            <a:lvl6pPr algn="l">
              <a:defRPr sz="1200" b="1">
                <a:solidFill>
                  <a:srgbClr val="6D4AFF"/>
                </a:solidFill>
              </a:defRPr>
            </a:lvl6pPr>
            <a:lvl7pPr algn="l">
              <a:defRPr sz="1200" b="1">
                <a:solidFill>
                  <a:srgbClr val="6D4AFF"/>
                </a:solidFill>
              </a:defRPr>
            </a:lvl7pPr>
            <a:lvl8pPr algn="l">
              <a:defRPr sz="1200" b="1">
                <a:solidFill>
                  <a:srgbClr val="6D4AFF"/>
                </a:solidFill>
              </a:defRPr>
            </a:lvl8pPr>
            <a:lvl9pPr algn="l">
              <a:defRPr sz="120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6D4AFF"/>
                </a:solidFill>
              </a:defRPr>
            </a:pPr>
            <a:r>
              <a:rPr sz="1200" b="1">
                <a:solidFill>
                  <a:srgbClr val="6D4AFF"/>
                </a:solidFill>
              </a:rPr>
              <a:t>Guardrails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F931F1-C09F-48F9-B675-D8BC65119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6735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Duplicate category/month budgets are rejected; categories in use cannot be deleted.</a:t>
            </a:r>
          </a:p>
        </p:txBody>
      </p:sp>
    </p:spTree>
    <p:extLst>
      <p:ext uri="{BB962C8B-B14F-4D97-AF65-F5344CB8AC3E}">
        <p14:creationId xmlns:p14="http://schemas.microsoft.com/office/powerpoint/2010/main" val="5366316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6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CAEB1F-AD35-4866-BE33-8ADC0568C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REPORTING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185FE-C30B-4CE7-80DA-D2BC64071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172033"/>
                </a:solidFill>
              </a:defRPr>
            </a:defPPr>
            <a:lvl1pPr algn="l">
              <a:defRPr sz="3450" b="1">
                <a:solidFill>
                  <a:srgbClr val="172033"/>
                </a:solidFill>
              </a:defRPr>
            </a:lvl1pPr>
            <a:lvl2pPr algn="l">
              <a:defRPr sz="3450" b="1">
                <a:solidFill>
                  <a:srgbClr val="172033"/>
                </a:solidFill>
              </a:defRPr>
            </a:lvl2pPr>
            <a:lvl3pPr algn="l">
              <a:defRPr sz="3450" b="1">
                <a:solidFill>
                  <a:srgbClr val="172033"/>
                </a:solidFill>
              </a:defRPr>
            </a:lvl3pPr>
            <a:lvl4pPr algn="l">
              <a:defRPr sz="3450" b="1">
                <a:solidFill>
                  <a:srgbClr val="172033"/>
                </a:solidFill>
              </a:defRPr>
            </a:lvl4pPr>
            <a:lvl5pPr algn="l">
              <a:defRPr sz="3450" b="1">
                <a:solidFill>
                  <a:srgbClr val="172033"/>
                </a:solidFill>
              </a:defRPr>
            </a:lvl5pPr>
            <a:lvl6pPr algn="l">
              <a:defRPr sz="3450" b="1">
                <a:solidFill>
                  <a:srgbClr val="172033"/>
                </a:solidFill>
              </a:defRPr>
            </a:lvl6pPr>
            <a:lvl7pPr algn="l">
              <a:defRPr sz="3450" b="1">
                <a:solidFill>
                  <a:srgbClr val="172033"/>
                </a:solidFill>
              </a:defRPr>
            </a:lvl7pPr>
            <a:lvl8pPr algn="l">
              <a:defRPr sz="3450" b="1">
                <a:solidFill>
                  <a:srgbClr val="172033"/>
                </a:solidFill>
              </a:defRPr>
            </a:lvl8pPr>
            <a:lvl9pPr algn="l">
              <a:defRPr sz="34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Reports summarize a selected month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5A850-6A65-444C-A15F-9D42368B9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596579"/>
                </a:solidFill>
              </a:defRPr>
            </a:defPPr>
            <a:lvl1pPr algn="l">
              <a:defRPr sz="1575" b="0">
                <a:solidFill>
                  <a:srgbClr val="596579"/>
                </a:solidFill>
              </a:defRPr>
            </a:lvl1pPr>
            <a:lvl2pPr algn="l">
              <a:defRPr sz="1575" b="0">
                <a:solidFill>
                  <a:srgbClr val="596579"/>
                </a:solidFill>
              </a:defRPr>
            </a:lvl2pPr>
            <a:lvl3pPr algn="l">
              <a:defRPr sz="1575" b="0">
                <a:solidFill>
                  <a:srgbClr val="596579"/>
                </a:solidFill>
              </a:defRPr>
            </a:lvl3pPr>
            <a:lvl4pPr algn="l">
              <a:defRPr sz="1575" b="0">
                <a:solidFill>
                  <a:srgbClr val="596579"/>
                </a:solidFill>
              </a:defRPr>
            </a:lvl4pPr>
            <a:lvl5pPr algn="l">
              <a:defRPr sz="1575" b="0">
                <a:solidFill>
                  <a:srgbClr val="596579"/>
                </a:solidFill>
              </a:defRPr>
            </a:lvl5pPr>
            <a:lvl6pPr algn="l">
              <a:defRPr sz="1575" b="0">
                <a:solidFill>
                  <a:srgbClr val="596579"/>
                </a:solidFill>
              </a:defRPr>
            </a:lvl6pPr>
            <a:lvl7pPr algn="l">
              <a:defRPr sz="1575" b="0">
                <a:solidFill>
                  <a:srgbClr val="596579"/>
                </a:solidFill>
              </a:defRPr>
            </a:lvl7pPr>
            <a:lvl8pPr algn="l">
              <a:defRPr sz="1575" b="0">
                <a:solidFill>
                  <a:srgbClr val="596579"/>
                </a:solidFill>
              </a:defRPr>
            </a:lvl8pPr>
            <a:lvl9pPr algn="l">
              <a:defRPr sz="15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96579"/>
                </a:solidFill>
              </a:defRPr>
            </a:pPr>
            <a:r>
              <a:rPr sz="1575" b="0">
                <a:solidFill>
                  <a:srgbClr val="596579"/>
                </a:solidFill>
              </a:rPr>
              <a:t>The API returns monthly totals, a previous-month comparison, category totals and a six-month expense trend.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88014-6E4A-4650-A672-F3666F20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596579"/>
                </a:solidFill>
              </a:defRPr>
            </a:defPPr>
            <a:lvl1pPr algn="l">
              <a:defRPr sz="900" b="1">
                <a:solidFill>
                  <a:srgbClr val="596579"/>
                </a:solidFill>
              </a:defRPr>
            </a:lvl1pPr>
            <a:lvl2pPr algn="l">
              <a:defRPr sz="900" b="1">
                <a:solidFill>
                  <a:srgbClr val="596579"/>
                </a:solidFill>
              </a:defRPr>
            </a:lvl2pPr>
            <a:lvl3pPr algn="l">
              <a:defRPr sz="900" b="1">
                <a:solidFill>
                  <a:srgbClr val="596579"/>
                </a:solidFill>
              </a:defRPr>
            </a:lvl3pPr>
            <a:lvl4pPr algn="l">
              <a:defRPr sz="900" b="1">
                <a:solidFill>
                  <a:srgbClr val="596579"/>
                </a:solidFill>
              </a:defRPr>
            </a:lvl4pPr>
            <a:lvl5pPr algn="l">
              <a:defRPr sz="900" b="1">
                <a:solidFill>
                  <a:srgbClr val="596579"/>
                </a:solidFill>
              </a:defRPr>
            </a:lvl5pPr>
            <a:lvl6pPr algn="l">
              <a:defRPr sz="900" b="1">
                <a:solidFill>
                  <a:srgbClr val="596579"/>
                </a:solidFill>
              </a:defRPr>
            </a:lvl6pPr>
            <a:lvl7pPr algn="l">
              <a:defRPr sz="900" b="1">
                <a:solidFill>
                  <a:srgbClr val="596579"/>
                </a:solidFill>
              </a:defRPr>
            </a:lvl7pPr>
            <a:lvl8pPr algn="l">
              <a:defRPr sz="900" b="1">
                <a:solidFill>
                  <a:srgbClr val="596579"/>
                </a:solidFill>
              </a:defRPr>
            </a:lvl8pPr>
            <a:lvl9pPr algn="l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96B1BB-703C-4143-9A3C-5E407DF4B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596579"/>
                </a:solidFill>
              </a:defRPr>
            </a:defPPr>
            <a:lvl1pPr algn="r">
              <a:defRPr sz="900" b="1">
                <a:solidFill>
                  <a:srgbClr val="596579"/>
                </a:solidFill>
              </a:defRPr>
            </a:lvl1pPr>
            <a:lvl2pPr algn="r">
              <a:defRPr sz="900" b="1">
                <a:solidFill>
                  <a:srgbClr val="596579"/>
                </a:solidFill>
              </a:defRPr>
            </a:lvl2pPr>
            <a:lvl3pPr algn="r">
              <a:defRPr sz="900" b="1">
                <a:solidFill>
                  <a:srgbClr val="596579"/>
                </a:solidFill>
              </a:defRPr>
            </a:lvl3pPr>
            <a:lvl4pPr algn="r">
              <a:defRPr sz="900" b="1">
                <a:solidFill>
                  <a:srgbClr val="596579"/>
                </a:solidFill>
              </a:defRPr>
            </a:lvl4pPr>
            <a:lvl5pPr algn="r">
              <a:defRPr sz="900" b="1">
                <a:solidFill>
                  <a:srgbClr val="596579"/>
                </a:solidFill>
              </a:defRPr>
            </a:lvl5pPr>
            <a:lvl6pPr algn="r">
              <a:defRPr sz="900" b="1">
                <a:solidFill>
                  <a:srgbClr val="596579"/>
                </a:solidFill>
              </a:defRPr>
            </a:lvl6pPr>
            <a:lvl7pPr algn="r">
              <a:defRPr sz="900" b="1">
                <a:solidFill>
                  <a:srgbClr val="596579"/>
                </a:solidFill>
              </a:defRPr>
            </a:lvl7pPr>
            <a:lvl8pPr algn="r">
              <a:defRPr sz="900" b="1">
                <a:solidFill>
                  <a:srgbClr val="596579"/>
                </a:solidFill>
              </a:defRPr>
            </a:lvl8pPr>
            <a:lvl9pPr algn="r">
              <a:defRPr sz="900" b="1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596579"/>
                </a:solidFill>
              </a:defRPr>
            </a:pPr>
            <a:r>
              <a:rPr sz="900" b="1">
                <a:solidFill>
                  <a:srgbClr val="596579"/>
                </a:solidFill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2BDA27-7547-4A29-99C2-C72B3AA3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6D4AFF"/>
                </a:solidFill>
              </a:defRPr>
            </a:defPPr>
            <a:lvl1pPr algn="l">
              <a:defRPr sz="1050" b="1">
                <a:solidFill>
                  <a:srgbClr val="6D4AFF"/>
                </a:solidFill>
              </a:defRPr>
            </a:lvl1pPr>
            <a:lvl2pPr algn="l">
              <a:defRPr sz="1050" b="1">
                <a:solidFill>
                  <a:srgbClr val="6D4AFF"/>
                </a:solidFill>
              </a:defRPr>
            </a:lvl2pPr>
            <a:lvl3pPr algn="l">
              <a:defRPr sz="1050" b="1">
                <a:solidFill>
                  <a:srgbClr val="6D4AFF"/>
                </a:solidFill>
              </a:defRPr>
            </a:lvl3pPr>
            <a:lvl4pPr algn="l">
              <a:defRPr sz="1050" b="1">
                <a:solidFill>
                  <a:srgbClr val="6D4AFF"/>
                </a:solidFill>
              </a:defRPr>
            </a:lvl4pPr>
            <a:lvl5pPr algn="l">
              <a:defRPr sz="1050" b="1">
                <a:solidFill>
                  <a:srgbClr val="6D4AFF"/>
                </a:solidFill>
              </a:defRPr>
            </a:lvl5pPr>
            <a:lvl6pPr algn="l">
              <a:defRPr sz="1050" b="1">
                <a:solidFill>
                  <a:srgbClr val="6D4AFF"/>
                </a:solidFill>
              </a:defRPr>
            </a:lvl6pPr>
            <a:lvl7pPr algn="l">
              <a:defRPr sz="1050" b="1">
                <a:solidFill>
                  <a:srgbClr val="6D4AFF"/>
                </a:solidFill>
              </a:defRPr>
            </a:lvl7pPr>
            <a:lvl8pPr algn="l">
              <a:defRPr sz="1050" b="1">
                <a:solidFill>
                  <a:srgbClr val="6D4AFF"/>
                </a:solidFill>
              </a:defRPr>
            </a:lvl8pPr>
            <a:lvl9pPr algn="l">
              <a:defRPr sz="105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6D4AFF"/>
                </a:solidFill>
              </a:defRPr>
            </a:pPr>
            <a:r>
              <a:rPr sz="1050" b="1">
                <a:solidFill>
                  <a:srgbClr val="6D4AFF"/>
                </a:solidFill>
              </a:rPr>
              <a:t>MONTHLY REPORT FLOW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3EE727-6804-4CA6-915F-13FF22E16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Request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4D486-5ED6-4135-9BF1-26E85D86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month=YYYY-MM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5D5DE8-EF37-4B8C-B296-2FA401E2A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5052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D4A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BC440E-36B3-40B3-8E23-CD400AD4D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242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6D4AFF"/>
                </a:solidFill>
              </a:defRPr>
            </a:defPPr>
            <a:lvl1pPr algn="ctr">
              <a:defRPr sz="2100" b="1">
                <a:solidFill>
                  <a:srgbClr val="6D4AFF"/>
                </a:solidFill>
              </a:defRPr>
            </a:lvl1pPr>
            <a:lvl2pPr algn="ctr">
              <a:defRPr sz="2100" b="1">
                <a:solidFill>
                  <a:srgbClr val="6D4AFF"/>
                </a:solidFill>
              </a:defRPr>
            </a:lvl2pPr>
            <a:lvl3pPr algn="ctr">
              <a:defRPr sz="2100" b="1">
                <a:solidFill>
                  <a:srgbClr val="6D4AFF"/>
                </a:solidFill>
              </a:defRPr>
            </a:lvl3pPr>
            <a:lvl4pPr algn="ctr">
              <a:defRPr sz="2100" b="1">
                <a:solidFill>
                  <a:srgbClr val="6D4AFF"/>
                </a:solidFill>
              </a:defRPr>
            </a:lvl4pPr>
            <a:lvl5pPr algn="ctr">
              <a:defRPr sz="2100" b="1">
                <a:solidFill>
                  <a:srgbClr val="6D4AFF"/>
                </a:solidFill>
              </a:defRPr>
            </a:lvl5pPr>
            <a:lvl6pPr algn="ctr">
              <a:defRPr sz="2100" b="1">
                <a:solidFill>
                  <a:srgbClr val="6D4AFF"/>
                </a:solidFill>
              </a:defRPr>
            </a:lvl6pPr>
            <a:lvl7pPr algn="ctr">
              <a:defRPr sz="2100" b="1">
                <a:solidFill>
                  <a:srgbClr val="6D4AFF"/>
                </a:solidFill>
              </a:defRPr>
            </a:lvl7pPr>
            <a:lvl8pPr algn="ctr">
              <a:defRPr sz="2100" b="1">
                <a:solidFill>
                  <a:srgbClr val="6D4AFF"/>
                </a:solidFill>
              </a:defRPr>
            </a:lvl8pPr>
            <a:lvl9pPr algn="ctr">
              <a:defRPr sz="2100" b="1">
                <a:solidFill>
                  <a:srgbClr val="6D4AFF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6D4AFF"/>
                </a:solidFill>
              </a:defRPr>
            </a:pPr>
            <a:r>
              <a:rPr sz="2100" b="1">
                <a:solidFill>
                  <a:srgbClr val="6D4AFF"/>
                </a:solidFill>
              </a:rPr>
              <a:t>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8BB63F-BB23-4FA7-BE8F-3F46725A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Aggregate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5C7C94-C5C4-4A75-8F5B-5EAC13F6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MongoDB pipelines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4AAB7A-30BC-445E-A480-4EFAABBDD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05200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80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EF37A6-153D-4FFB-A856-C4B90CEE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324225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2100" b="1">
                <a:solidFill>
                  <a:srgbClr val="2F806B"/>
                </a:solidFill>
              </a:defRPr>
            </a:defPPr>
            <a:lvl1pPr algn="ctr">
              <a:defRPr sz="2100" b="1">
                <a:solidFill>
                  <a:srgbClr val="2F806B"/>
                </a:solidFill>
              </a:defRPr>
            </a:lvl1pPr>
            <a:lvl2pPr algn="ctr">
              <a:defRPr sz="2100" b="1">
                <a:solidFill>
                  <a:srgbClr val="2F806B"/>
                </a:solidFill>
              </a:defRPr>
            </a:lvl2pPr>
            <a:lvl3pPr algn="ctr">
              <a:defRPr sz="2100" b="1">
                <a:solidFill>
                  <a:srgbClr val="2F806B"/>
                </a:solidFill>
              </a:defRPr>
            </a:lvl3pPr>
            <a:lvl4pPr algn="ctr">
              <a:defRPr sz="2100" b="1">
                <a:solidFill>
                  <a:srgbClr val="2F806B"/>
                </a:solidFill>
              </a:defRPr>
            </a:lvl4pPr>
            <a:lvl5pPr algn="ctr">
              <a:defRPr sz="2100" b="1">
                <a:solidFill>
                  <a:srgbClr val="2F806B"/>
                </a:solidFill>
              </a:defRPr>
            </a:lvl5pPr>
            <a:lvl6pPr algn="ctr">
              <a:defRPr sz="2100" b="1">
                <a:solidFill>
                  <a:srgbClr val="2F806B"/>
                </a:solidFill>
              </a:defRPr>
            </a:lvl6pPr>
            <a:lvl7pPr algn="ctr">
              <a:defRPr sz="2100" b="1">
                <a:solidFill>
                  <a:srgbClr val="2F806B"/>
                </a:solidFill>
              </a:defRPr>
            </a:lvl7pPr>
            <a:lvl8pPr algn="ctr">
              <a:defRPr sz="2100" b="1">
                <a:solidFill>
                  <a:srgbClr val="2F806B"/>
                </a:solidFill>
              </a:defRPr>
            </a:lvl8pPr>
            <a:lvl9pPr algn="ctr">
              <a:defRPr sz="2100" b="1">
                <a:solidFill>
                  <a:srgbClr val="2F806B"/>
                </a:solidFill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F806B"/>
                </a:solidFill>
              </a:defRPr>
            </a:pPr>
            <a:r>
              <a:rPr sz="2100" b="1">
                <a:solidFill>
                  <a:srgbClr val="2F806B"/>
                </a:solidFill>
              </a:rPr>
              <a:t>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3374CA-5622-419C-A7E5-5846E40CB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95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800" b="1">
                <a:solidFill>
                  <a:srgbClr val="172033"/>
                </a:solidFill>
              </a:defRPr>
            </a:defPPr>
            <a:lvl1pPr algn="l">
              <a:defRPr sz="1800" b="1">
                <a:solidFill>
                  <a:srgbClr val="172033"/>
                </a:solidFill>
              </a:defRPr>
            </a:lvl1pPr>
            <a:lvl2pPr algn="l">
              <a:defRPr sz="1800" b="1">
                <a:solidFill>
                  <a:srgbClr val="172033"/>
                </a:solidFill>
              </a:defRPr>
            </a:lvl2pPr>
            <a:lvl3pPr algn="l">
              <a:defRPr sz="1800" b="1">
                <a:solidFill>
                  <a:srgbClr val="172033"/>
                </a:solidFill>
              </a:defRPr>
            </a:lvl3pPr>
            <a:lvl4pPr algn="l">
              <a:defRPr sz="1800" b="1">
                <a:solidFill>
                  <a:srgbClr val="172033"/>
                </a:solidFill>
              </a:defRPr>
            </a:lvl4pPr>
            <a:lvl5pPr algn="l">
              <a:defRPr sz="1800" b="1">
                <a:solidFill>
                  <a:srgbClr val="172033"/>
                </a:solidFill>
              </a:defRPr>
            </a:lvl5pPr>
            <a:lvl6pPr algn="l">
              <a:defRPr sz="1800" b="1">
                <a:solidFill>
                  <a:srgbClr val="172033"/>
                </a:solidFill>
              </a:defRPr>
            </a:lvl6pPr>
            <a:lvl7pPr algn="l">
              <a:defRPr sz="1800" b="1">
                <a:solidFill>
                  <a:srgbClr val="172033"/>
                </a:solidFill>
              </a:defRPr>
            </a:lvl7pPr>
            <a:lvl8pPr algn="l">
              <a:defRPr sz="1800" b="1">
                <a:solidFill>
                  <a:srgbClr val="172033"/>
                </a:solidFill>
              </a:defRPr>
            </a:lvl8pPr>
            <a:lvl9pPr algn="l">
              <a:defRPr sz="180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2A8EB4-3086-49DA-AC8B-3C323C295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752850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350" b="0">
                <a:solidFill>
                  <a:srgbClr val="596579"/>
                </a:solidFill>
              </a:defRPr>
            </a:defPPr>
            <a:lvl1pPr algn="l">
              <a:defRPr sz="1350" b="0">
                <a:solidFill>
                  <a:srgbClr val="596579"/>
                </a:solidFill>
              </a:defRPr>
            </a:lvl1pPr>
            <a:lvl2pPr algn="l">
              <a:defRPr sz="1350" b="0">
                <a:solidFill>
                  <a:srgbClr val="596579"/>
                </a:solidFill>
              </a:defRPr>
            </a:lvl2pPr>
            <a:lvl3pPr algn="l">
              <a:defRPr sz="1350" b="0">
                <a:solidFill>
                  <a:srgbClr val="596579"/>
                </a:solidFill>
              </a:defRPr>
            </a:lvl3pPr>
            <a:lvl4pPr algn="l">
              <a:defRPr sz="1350" b="0">
                <a:solidFill>
                  <a:srgbClr val="596579"/>
                </a:solidFill>
              </a:defRPr>
            </a:lvl4pPr>
            <a:lvl5pPr algn="l">
              <a:defRPr sz="1350" b="0">
                <a:solidFill>
                  <a:srgbClr val="596579"/>
                </a:solidFill>
              </a:defRPr>
            </a:lvl5pPr>
            <a:lvl6pPr algn="l">
              <a:defRPr sz="1350" b="0">
                <a:solidFill>
                  <a:srgbClr val="596579"/>
                </a:solidFill>
              </a:defRPr>
            </a:lvl6pPr>
            <a:lvl7pPr algn="l">
              <a:defRPr sz="1350" b="0">
                <a:solidFill>
                  <a:srgbClr val="596579"/>
                </a:solidFill>
              </a:defRPr>
            </a:lvl7pPr>
            <a:lvl8pPr algn="l">
              <a:defRPr sz="1350" b="0">
                <a:solidFill>
                  <a:srgbClr val="596579"/>
                </a:solidFill>
              </a:defRPr>
            </a:lvl8pPr>
            <a:lvl9pPr algn="l">
              <a:defRPr sz="1350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totals · categories</a:t>
            </a:r>
          </a:p>
          <a:p xmlns:a="http://schemas.openxmlformats.org/drawingml/2006/main">
            <a:pPr algn="l">
              <a:defRPr sz="1350" b="0">
                <a:solidFill>
                  <a:srgbClr val="596579"/>
                </a:solidFill>
              </a:defRPr>
            </a:pPr>
            <a:r>
              <a:rPr sz="1350" b="0">
                <a:solidFill>
                  <a:srgbClr val="596579"/>
                </a:solidFill>
              </a:rPr>
              <a:t>comparison · trend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7A4CB-3368-4212-AD38-47E0C9CB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7918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D9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D5C36-17C8-472E-B5E8-B0A078F3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7715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650" b="1">
                <a:solidFill>
                  <a:srgbClr val="172033"/>
                </a:solidFill>
              </a:defRPr>
            </a:defPPr>
            <a:lvl1pPr algn="l">
              <a:defRPr sz="1650" b="1">
                <a:solidFill>
                  <a:srgbClr val="172033"/>
                </a:solidFill>
              </a:defRPr>
            </a:lvl1pPr>
            <a:lvl2pPr algn="l">
              <a:defRPr sz="1650" b="1">
                <a:solidFill>
                  <a:srgbClr val="172033"/>
                </a:solidFill>
              </a:defRPr>
            </a:lvl2pPr>
            <a:lvl3pPr algn="l">
              <a:defRPr sz="1650" b="1">
                <a:solidFill>
                  <a:srgbClr val="172033"/>
                </a:solidFill>
              </a:defRPr>
            </a:lvl3pPr>
            <a:lvl4pPr algn="l">
              <a:defRPr sz="1650" b="1">
                <a:solidFill>
                  <a:srgbClr val="172033"/>
                </a:solidFill>
              </a:defRPr>
            </a:lvl4pPr>
            <a:lvl5pPr algn="l">
              <a:defRPr sz="1650" b="1">
                <a:solidFill>
                  <a:srgbClr val="172033"/>
                </a:solidFill>
              </a:defRPr>
            </a:lvl5pPr>
            <a:lvl6pPr algn="l">
              <a:defRPr sz="1650" b="1">
                <a:solidFill>
                  <a:srgbClr val="172033"/>
                </a:solidFill>
              </a:defRPr>
            </a:lvl6pPr>
            <a:lvl7pPr algn="l">
              <a:defRPr sz="1650" b="1">
                <a:solidFill>
                  <a:srgbClr val="172033"/>
                </a:solidFill>
              </a:defRPr>
            </a:lvl7pPr>
            <a:lvl8pPr algn="l">
              <a:defRPr sz="1650" b="1">
                <a:solidFill>
                  <a:srgbClr val="172033"/>
                </a:solidFill>
              </a:defRPr>
            </a:lvl8pPr>
            <a:lvl9pPr algn="l">
              <a:defRPr sz="1650" b="1">
                <a:solidFill>
                  <a:srgbClr val="17203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GET  /api/reports/monthly?month=YYYY-MM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2DB8C-06A9-4758-A01B-B37DE0E2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596579"/>
                </a:solidFill>
              </a:defRPr>
            </a:defPPr>
            <a:lvl1pPr algn="l">
              <a:defRPr sz="1275" b="0">
                <a:solidFill>
                  <a:srgbClr val="596579"/>
                </a:solidFill>
              </a:defRPr>
            </a:lvl1pPr>
            <a:lvl2pPr algn="l">
              <a:defRPr sz="1275" b="0">
                <a:solidFill>
                  <a:srgbClr val="596579"/>
                </a:solidFill>
              </a:defRPr>
            </a:lvl2pPr>
            <a:lvl3pPr algn="l">
              <a:defRPr sz="1275" b="0">
                <a:solidFill>
                  <a:srgbClr val="596579"/>
                </a:solidFill>
              </a:defRPr>
            </a:lvl3pPr>
            <a:lvl4pPr algn="l">
              <a:defRPr sz="1275" b="0">
                <a:solidFill>
                  <a:srgbClr val="596579"/>
                </a:solidFill>
              </a:defRPr>
            </a:lvl4pPr>
            <a:lvl5pPr algn="l">
              <a:defRPr sz="1275" b="0">
                <a:solidFill>
                  <a:srgbClr val="596579"/>
                </a:solidFill>
              </a:defRPr>
            </a:lvl5pPr>
            <a:lvl6pPr algn="l">
              <a:defRPr sz="1275" b="0">
                <a:solidFill>
                  <a:srgbClr val="596579"/>
                </a:solidFill>
              </a:defRPr>
            </a:lvl6pPr>
            <a:lvl7pPr algn="l">
              <a:defRPr sz="1275" b="0">
                <a:solidFill>
                  <a:srgbClr val="596579"/>
                </a:solidFill>
              </a:defRPr>
            </a:lvl7pPr>
            <a:lvl8pPr algn="l">
              <a:defRPr sz="1275" b="0">
                <a:solidFill>
                  <a:srgbClr val="596579"/>
                </a:solidFill>
              </a:defRPr>
            </a:lvl8pPr>
            <a:lvl9pPr algn="l">
              <a:defRPr sz="1275" b="0">
                <a:solidFill>
                  <a:srgbClr val="596579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96579"/>
                </a:solidFill>
              </a:defRPr>
            </a:pPr>
            <a:r>
              <a:rPr sz="1275" b="0">
                <a:solidFill>
                  <a:srgbClr val="596579"/>
                </a:solidFill>
              </a:rPr>
              <a:t>Invalid month formats return a validation error.</a:t>
            </a:r>
          </a:p>
        </p:txBody>
      </p:sp>
    </p:spTree>
    <p:extLst>
      <p:ext uri="{BB962C8B-B14F-4D97-AF65-F5344CB8AC3E}">
        <p14:creationId xmlns:p14="http://schemas.microsoft.com/office/powerpoint/2010/main" val="9824195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1B2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0DFB74-AC0C-441D-85FE-7D07AFF5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B8A9FF"/>
                </a:solidFill>
              </a:defRPr>
            </a:defPPr>
            <a:lvl1pPr algn="l">
              <a:defRPr sz="1050" b="1">
                <a:solidFill>
                  <a:srgbClr val="B8A9FF"/>
                </a:solidFill>
              </a:defRPr>
            </a:lvl1pPr>
            <a:lvl2pPr algn="l">
              <a:defRPr sz="1050" b="1">
                <a:solidFill>
                  <a:srgbClr val="B8A9FF"/>
                </a:solidFill>
              </a:defRPr>
            </a:lvl2pPr>
            <a:lvl3pPr algn="l">
              <a:defRPr sz="1050" b="1">
                <a:solidFill>
                  <a:srgbClr val="B8A9FF"/>
                </a:solidFill>
              </a:defRPr>
            </a:lvl3pPr>
            <a:lvl4pPr algn="l">
              <a:defRPr sz="1050" b="1">
                <a:solidFill>
                  <a:srgbClr val="B8A9FF"/>
                </a:solidFill>
              </a:defRPr>
            </a:lvl4pPr>
            <a:lvl5pPr algn="l">
              <a:defRPr sz="1050" b="1">
                <a:solidFill>
                  <a:srgbClr val="B8A9FF"/>
                </a:solidFill>
              </a:defRPr>
            </a:lvl5pPr>
            <a:lvl6pPr algn="l">
              <a:defRPr sz="1050" b="1">
                <a:solidFill>
                  <a:srgbClr val="B8A9FF"/>
                </a:solidFill>
              </a:defRPr>
            </a:lvl6pPr>
            <a:lvl7pPr algn="l">
              <a:defRPr sz="1050" b="1">
                <a:solidFill>
                  <a:srgbClr val="B8A9FF"/>
                </a:solidFill>
              </a:defRPr>
            </a:lvl7pPr>
            <a:lvl8pPr algn="l">
              <a:defRPr sz="1050" b="1">
                <a:solidFill>
                  <a:srgbClr val="B8A9FF"/>
                </a:solidFill>
              </a:defRPr>
            </a:lvl8pPr>
            <a:lvl9pPr algn="l">
              <a:defRPr sz="1050" b="1">
                <a:solidFill>
                  <a:srgbClr val="B8A9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A9FF"/>
                </a:solidFill>
              </a:defRPr>
            </a:pPr>
            <a:r>
              <a:rPr sz="1050" b="1">
                <a:solidFill>
                  <a:srgbClr val="B8A9FF"/>
                </a:solidFill>
              </a:rPr>
              <a:t>CLASS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980DC-3849-4AF7-8C5B-C772D85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3450" b="1">
                <a:solidFill>
                  <a:srgbClr val="FFFFFF"/>
                </a:solidFill>
              </a:defRPr>
            </a:defPPr>
            <a:lvl1pPr algn="l">
              <a:defRPr sz="3450" b="1">
                <a:solidFill>
                  <a:srgbClr val="FFFFFF"/>
                </a:solidFill>
              </a:defRPr>
            </a:lvl1pPr>
            <a:lvl2pPr algn="l">
              <a:defRPr sz="3450" b="1">
                <a:solidFill>
                  <a:srgbClr val="FFFFFF"/>
                </a:solidFill>
              </a:defRPr>
            </a:lvl2pPr>
            <a:lvl3pPr algn="l">
              <a:defRPr sz="3450" b="1">
                <a:solidFill>
                  <a:srgbClr val="FFFFFF"/>
                </a:solidFill>
              </a:defRPr>
            </a:lvl3pPr>
            <a:lvl4pPr algn="l">
              <a:defRPr sz="3450" b="1">
                <a:solidFill>
                  <a:srgbClr val="FFFFFF"/>
                </a:solidFill>
              </a:defRPr>
            </a:lvl4pPr>
            <a:lvl5pPr algn="l">
              <a:defRPr sz="3450" b="1">
                <a:solidFill>
                  <a:srgbClr val="FFFFFF"/>
                </a:solidFill>
              </a:defRPr>
            </a:lvl5pPr>
            <a:lvl6pPr algn="l">
              <a:defRPr sz="3450" b="1">
                <a:solidFill>
                  <a:srgbClr val="FFFFFF"/>
                </a:solidFill>
              </a:defRPr>
            </a:lvl6pPr>
            <a:lvl7pPr algn="l">
              <a:defRPr sz="3450" b="1">
                <a:solidFill>
                  <a:srgbClr val="FFFFFF"/>
                </a:solidFill>
              </a:defRPr>
            </a:lvl7pPr>
            <a:lvl8pPr algn="l">
              <a:defRPr sz="3450" b="1">
                <a:solidFill>
                  <a:srgbClr val="FFFFFF"/>
                </a:solidFill>
              </a:defRPr>
            </a:lvl8pPr>
            <a:lvl9pPr algn="l">
              <a:defRPr sz="34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A short walkthrough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EDBCA8-68CF-4279-B515-2C623383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0">
                <a:solidFill>
                  <a:srgbClr val="B9BED0"/>
                </a:solidFill>
              </a:defRPr>
            </a:defPPr>
            <a:lvl1pPr algn="l">
              <a:defRPr sz="1575" b="0">
                <a:solidFill>
                  <a:srgbClr val="B9BED0"/>
                </a:solidFill>
              </a:defRPr>
            </a:lvl1pPr>
            <a:lvl2pPr algn="l">
              <a:defRPr sz="1575" b="0">
                <a:solidFill>
                  <a:srgbClr val="B9BED0"/>
                </a:solidFill>
              </a:defRPr>
            </a:lvl2pPr>
            <a:lvl3pPr algn="l">
              <a:defRPr sz="1575" b="0">
                <a:solidFill>
                  <a:srgbClr val="B9BED0"/>
                </a:solidFill>
              </a:defRPr>
            </a:lvl3pPr>
            <a:lvl4pPr algn="l">
              <a:defRPr sz="1575" b="0">
                <a:solidFill>
                  <a:srgbClr val="B9BED0"/>
                </a:solidFill>
              </a:defRPr>
            </a:lvl4pPr>
            <a:lvl5pPr algn="l">
              <a:defRPr sz="1575" b="0">
                <a:solidFill>
                  <a:srgbClr val="B9BED0"/>
                </a:solidFill>
              </a:defRPr>
            </a:lvl5pPr>
            <a:lvl6pPr algn="l">
              <a:defRPr sz="1575" b="0">
                <a:solidFill>
                  <a:srgbClr val="B9BED0"/>
                </a:solidFill>
              </a:defRPr>
            </a:lvl6pPr>
            <a:lvl7pPr algn="l">
              <a:defRPr sz="1575" b="0">
                <a:solidFill>
                  <a:srgbClr val="B9BED0"/>
                </a:solidFill>
              </a:defRPr>
            </a:lvl7pPr>
            <a:lvl8pPr algn="l">
              <a:defRPr sz="1575" b="0">
                <a:solidFill>
                  <a:srgbClr val="B9BED0"/>
                </a:solidFill>
              </a:defRPr>
            </a:lvl8pPr>
            <a:lvl9pPr algn="l">
              <a:defRPr sz="15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B9BED0"/>
                </a:solidFill>
              </a:defRPr>
            </a:pPr>
            <a:r>
              <a:rPr sz="1575" b="0">
                <a:solidFill>
                  <a:srgbClr val="B9BED0"/>
                </a:solidFill>
              </a:rPr>
              <a:t>Show the complete path from setup to insight.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0FEAE3-253A-43E6-B607-C4F74DCA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438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900" b="1">
                <a:solidFill>
                  <a:srgbClr val="A9AEC0"/>
                </a:solidFill>
              </a:defRPr>
            </a:defPPr>
            <a:lvl1pPr algn="l">
              <a:defRPr sz="900" b="1">
                <a:solidFill>
                  <a:srgbClr val="A9AEC0"/>
                </a:solidFill>
              </a:defRPr>
            </a:lvl1pPr>
            <a:lvl2pPr algn="l">
              <a:defRPr sz="900" b="1">
                <a:solidFill>
                  <a:srgbClr val="A9AEC0"/>
                </a:solidFill>
              </a:defRPr>
            </a:lvl2pPr>
            <a:lvl3pPr algn="l">
              <a:defRPr sz="900" b="1">
                <a:solidFill>
                  <a:srgbClr val="A9AEC0"/>
                </a:solidFill>
              </a:defRPr>
            </a:lvl3pPr>
            <a:lvl4pPr algn="l">
              <a:defRPr sz="900" b="1">
                <a:solidFill>
                  <a:srgbClr val="A9AEC0"/>
                </a:solidFill>
              </a:defRPr>
            </a:lvl4pPr>
            <a:lvl5pPr algn="l">
              <a:defRPr sz="900" b="1">
                <a:solidFill>
                  <a:srgbClr val="A9AEC0"/>
                </a:solidFill>
              </a:defRPr>
            </a:lvl5pPr>
            <a:lvl6pPr algn="l">
              <a:defRPr sz="900" b="1">
                <a:solidFill>
                  <a:srgbClr val="A9AEC0"/>
                </a:solidFill>
              </a:defRPr>
            </a:lvl6pPr>
            <a:lvl7pPr algn="l">
              <a:defRPr sz="900" b="1">
                <a:solidFill>
                  <a:srgbClr val="A9AEC0"/>
                </a:solidFill>
              </a:defRPr>
            </a:lvl7pPr>
            <a:lvl8pPr algn="l">
              <a:defRPr sz="900" b="1">
                <a:solidFill>
                  <a:srgbClr val="A9AEC0"/>
                </a:solidFill>
              </a:defRPr>
            </a:lvl8pPr>
            <a:lvl9pPr algn="l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l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SPENDSMART  /  CLASS PROJECT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2C310D-FC15-4784-90CE-C673430F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r">
              <a:defRPr sz="900" b="1">
                <a:solidFill>
                  <a:srgbClr val="A9AEC0"/>
                </a:solidFill>
              </a:defRPr>
            </a:defPPr>
            <a:lvl1pPr algn="r">
              <a:defRPr sz="900" b="1">
                <a:solidFill>
                  <a:srgbClr val="A9AEC0"/>
                </a:solidFill>
              </a:defRPr>
            </a:lvl1pPr>
            <a:lvl2pPr algn="r">
              <a:defRPr sz="900" b="1">
                <a:solidFill>
                  <a:srgbClr val="A9AEC0"/>
                </a:solidFill>
              </a:defRPr>
            </a:lvl2pPr>
            <a:lvl3pPr algn="r">
              <a:defRPr sz="900" b="1">
                <a:solidFill>
                  <a:srgbClr val="A9AEC0"/>
                </a:solidFill>
              </a:defRPr>
            </a:lvl3pPr>
            <a:lvl4pPr algn="r">
              <a:defRPr sz="900" b="1">
                <a:solidFill>
                  <a:srgbClr val="A9AEC0"/>
                </a:solidFill>
              </a:defRPr>
            </a:lvl4pPr>
            <a:lvl5pPr algn="r">
              <a:defRPr sz="900" b="1">
                <a:solidFill>
                  <a:srgbClr val="A9AEC0"/>
                </a:solidFill>
              </a:defRPr>
            </a:lvl5pPr>
            <a:lvl6pPr algn="r">
              <a:defRPr sz="900" b="1">
                <a:solidFill>
                  <a:srgbClr val="A9AEC0"/>
                </a:solidFill>
              </a:defRPr>
            </a:lvl6pPr>
            <a:lvl7pPr algn="r">
              <a:defRPr sz="900" b="1">
                <a:solidFill>
                  <a:srgbClr val="A9AEC0"/>
                </a:solidFill>
              </a:defRPr>
            </a:lvl7pPr>
            <a:lvl8pPr algn="r">
              <a:defRPr sz="900" b="1">
                <a:solidFill>
                  <a:srgbClr val="A9AEC0"/>
                </a:solidFill>
              </a:defRPr>
            </a:lvl8pPr>
            <a:lvl9pPr algn="r">
              <a:defRPr sz="900" b="1">
                <a:solidFill>
                  <a:srgbClr val="A9AEC0"/>
                </a:solidFill>
              </a:defRPr>
            </a:lvl9pPr>
          </a:lstStyle>
          <a:p xmlns:a="http://schemas.openxmlformats.org/drawingml/2006/main">
            <a:pPr algn="r">
              <a:defRPr sz="900" b="1">
                <a:solidFill>
                  <a:srgbClr val="A9AEC0"/>
                </a:solidFill>
              </a:defRPr>
            </a:pPr>
            <a:r>
              <a:rPr sz="900" b="1">
                <a:solidFill>
                  <a:srgbClr val="A9AEC0"/>
                </a:solidFill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6D2343-7A24-481B-A93E-3FE93EF7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C4636-F972-4DF1-953C-6CA5F8248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384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6231FD-CB34-4B64-A268-F30C39E3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Add a category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4CA8E-3232-4C81-A08B-70E4C74FF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4384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B9BED0"/>
                </a:solidFill>
              </a:defRPr>
            </a:defPPr>
            <a:lvl1pPr algn="l">
              <a:defRPr sz="1275" b="0">
                <a:solidFill>
                  <a:srgbClr val="B9BED0"/>
                </a:solidFill>
              </a:defRPr>
            </a:lvl1pPr>
            <a:lvl2pPr algn="l">
              <a:defRPr sz="1275" b="0">
                <a:solidFill>
                  <a:srgbClr val="B9BED0"/>
                </a:solidFill>
              </a:defRPr>
            </a:lvl2pPr>
            <a:lvl3pPr algn="l">
              <a:defRPr sz="1275" b="0">
                <a:solidFill>
                  <a:srgbClr val="B9BED0"/>
                </a:solidFill>
              </a:defRPr>
            </a:lvl3pPr>
            <a:lvl4pPr algn="l">
              <a:defRPr sz="1275" b="0">
                <a:solidFill>
                  <a:srgbClr val="B9BED0"/>
                </a:solidFill>
              </a:defRPr>
            </a:lvl4pPr>
            <a:lvl5pPr algn="l">
              <a:defRPr sz="1275" b="0">
                <a:solidFill>
                  <a:srgbClr val="B9BED0"/>
                </a:solidFill>
              </a:defRPr>
            </a:lvl5pPr>
            <a:lvl6pPr algn="l">
              <a:defRPr sz="1275" b="0">
                <a:solidFill>
                  <a:srgbClr val="B9BED0"/>
                </a:solidFill>
              </a:defRPr>
            </a:lvl6pPr>
            <a:lvl7pPr algn="l">
              <a:defRPr sz="1275" b="0">
                <a:solidFill>
                  <a:srgbClr val="B9BED0"/>
                </a:solidFill>
              </a:defRPr>
            </a:lvl7pPr>
            <a:lvl8pPr algn="l">
              <a:defRPr sz="1275" b="0">
                <a:solidFill>
                  <a:srgbClr val="B9BED0"/>
                </a:solidFill>
              </a:defRPr>
            </a:lvl8pPr>
            <a:lvl9pPr algn="l">
              <a:defRPr sz="12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BED0"/>
                </a:solidFill>
              </a:defRPr>
            </a:pPr>
            <a:r>
              <a:rPr sz="1275" b="0">
                <a:solidFill>
                  <a:srgbClr val="B9BED0"/>
                </a:solidFill>
              </a:rPr>
              <a:t>Create a custom expense label.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74D2D7-5FF8-4201-83CC-F1A55CE5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9E67A-F019-4966-8810-DD206767A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718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AE463-2B5B-46CB-A2F3-07449A08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1623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Record a transaction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5482A6-7D9B-459F-80B5-A46A02F8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718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B9BED0"/>
                </a:solidFill>
              </a:defRPr>
            </a:defPPr>
            <a:lvl1pPr algn="l">
              <a:defRPr sz="1275" b="0">
                <a:solidFill>
                  <a:srgbClr val="B9BED0"/>
                </a:solidFill>
              </a:defRPr>
            </a:lvl1pPr>
            <a:lvl2pPr algn="l">
              <a:defRPr sz="1275" b="0">
                <a:solidFill>
                  <a:srgbClr val="B9BED0"/>
                </a:solidFill>
              </a:defRPr>
            </a:lvl2pPr>
            <a:lvl3pPr algn="l">
              <a:defRPr sz="1275" b="0">
                <a:solidFill>
                  <a:srgbClr val="B9BED0"/>
                </a:solidFill>
              </a:defRPr>
            </a:lvl3pPr>
            <a:lvl4pPr algn="l">
              <a:defRPr sz="1275" b="0">
                <a:solidFill>
                  <a:srgbClr val="B9BED0"/>
                </a:solidFill>
              </a:defRPr>
            </a:lvl4pPr>
            <a:lvl5pPr algn="l">
              <a:defRPr sz="1275" b="0">
                <a:solidFill>
                  <a:srgbClr val="B9BED0"/>
                </a:solidFill>
              </a:defRPr>
            </a:lvl5pPr>
            <a:lvl6pPr algn="l">
              <a:defRPr sz="1275" b="0">
                <a:solidFill>
                  <a:srgbClr val="B9BED0"/>
                </a:solidFill>
              </a:defRPr>
            </a:lvl6pPr>
            <a:lvl7pPr algn="l">
              <a:defRPr sz="1275" b="0">
                <a:solidFill>
                  <a:srgbClr val="B9BED0"/>
                </a:solidFill>
              </a:defRPr>
            </a:lvl7pPr>
            <a:lvl8pPr algn="l">
              <a:defRPr sz="1275" b="0">
                <a:solidFill>
                  <a:srgbClr val="B9BED0"/>
                </a:solidFill>
              </a:defRPr>
            </a:lvl8pPr>
            <a:lvl9pPr algn="l">
              <a:defRPr sz="12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BED0"/>
                </a:solidFill>
              </a:defRPr>
            </a:pPr>
            <a:r>
              <a:rPr sz="1275" b="0">
                <a:solidFill>
                  <a:srgbClr val="B9BED0"/>
                </a:solidFill>
              </a:rPr>
              <a:t>Save a dated income or expense.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A1638C-4B22-4C5D-B4F9-AD4F4604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A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CB4354-BCCF-4C03-BF61-8892BB13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0525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E98763-5077-4F46-9E82-1F407737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9572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Set a budget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545121-F786-4CE9-AE0D-620CEFEC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9052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B9BED0"/>
                </a:solidFill>
              </a:defRPr>
            </a:defPPr>
            <a:lvl1pPr algn="l">
              <a:defRPr sz="1275" b="0">
                <a:solidFill>
                  <a:srgbClr val="B9BED0"/>
                </a:solidFill>
              </a:defRPr>
            </a:lvl1pPr>
            <a:lvl2pPr algn="l">
              <a:defRPr sz="1275" b="0">
                <a:solidFill>
                  <a:srgbClr val="B9BED0"/>
                </a:solidFill>
              </a:defRPr>
            </a:lvl2pPr>
            <a:lvl3pPr algn="l">
              <a:defRPr sz="1275" b="0">
                <a:solidFill>
                  <a:srgbClr val="B9BED0"/>
                </a:solidFill>
              </a:defRPr>
            </a:lvl3pPr>
            <a:lvl4pPr algn="l">
              <a:defRPr sz="1275" b="0">
                <a:solidFill>
                  <a:srgbClr val="B9BED0"/>
                </a:solidFill>
              </a:defRPr>
            </a:lvl4pPr>
            <a:lvl5pPr algn="l">
              <a:defRPr sz="1275" b="0">
                <a:solidFill>
                  <a:srgbClr val="B9BED0"/>
                </a:solidFill>
              </a:defRPr>
            </a:lvl5pPr>
            <a:lvl6pPr algn="l">
              <a:defRPr sz="1275" b="0">
                <a:solidFill>
                  <a:srgbClr val="B9BED0"/>
                </a:solidFill>
              </a:defRPr>
            </a:lvl6pPr>
            <a:lvl7pPr algn="l">
              <a:defRPr sz="1275" b="0">
                <a:solidFill>
                  <a:srgbClr val="B9BED0"/>
                </a:solidFill>
              </a:defRPr>
            </a:lvl7pPr>
            <a:lvl8pPr algn="l">
              <a:defRPr sz="1275" b="0">
                <a:solidFill>
                  <a:srgbClr val="B9BED0"/>
                </a:solidFill>
              </a:defRPr>
            </a:lvl8pPr>
            <a:lvl9pPr algn="l">
              <a:defRPr sz="12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BED0"/>
                </a:solidFill>
              </a:defRPr>
            </a:pPr>
            <a:r>
              <a:rPr sz="1275" b="0">
                <a:solidFill>
                  <a:srgbClr val="B9BED0"/>
                </a:solidFill>
              </a:rPr>
              <a:t>Choose the same category and month.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F27796-E313-4040-8179-4D0398129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381000" cy="381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0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F98A8-ABE5-4104-AF28-7F78990E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</a:defRPr>
            </a:defPPr>
            <a:lvl1pPr algn="ctr">
              <a:defRPr sz="1200" b="1">
                <a:solidFill>
                  <a:srgbClr val="FFFFFF"/>
                </a:solidFill>
              </a:defRPr>
            </a:lvl1pPr>
            <a:lvl2pPr algn="ctr">
              <a:defRPr sz="1200" b="1">
                <a:solidFill>
                  <a:srgbClr val="FFFFFF"/>
                </a:solidFill>
              </a:defRPr>
            </a:lvl2pPr>
            <a:lvl3pPr algn="ctr">
              <a:defRPr sz="1200" b="1">
                <a:solidFill>
                  <a:srgbClr val="FFFFFF"/>
                </a:solidFill>
              </a:defRPr>
            </a:lvl3pPr>
            <a:lvl4pPr algn="ctr">
              <a:defRPr sz="1200" b="1">
                <a:solidFill>
                  <a:srgbClr val="FFFFFF"/>
                </a:solidFill>
              </a:defRPr>
            </a:lvl4pPr>
            <a:lvl5pPr algn="ctr">
              <a:defRPr sz="1200" b="1">
                <a:solidFill>
                  <a:srgbClr val="FFFFFF"/>
                </a:solidFill>
              </a:defRPr>
            </a:lvl5pPr>
            <a:lvl6pPr algn="ctr">
              <a:defRPr sz="1200" b="1">
                <a:solidFill>
                  <a:srgbClr val="FFFFFF"/>
                </a:solidFill>
              </a:defRPr>
            </a:lvl6pPr>
            <a:lvl7pPr algn="ctr">
              <a:defRPr sz="1200" b="1">
                <a:solidFill>
                  <a:srgbClr val="FFFFFF"/>
                </a:solidFill>
              </a:defRPr>
            </a:lvl7pPr>
            <a:lvl8pPr algn="ctr">
              <a:defRPr sz="1200" b="1">
                <a:solidFill>
                  <a:srgbClr val="FFFFFF"/>
                </a:solidFill>
              </a:defRPr>
            </a:lvl8pPr>
            <a:lvl9pPr algn="ctr">
              <a:defRPr sz="12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E7318B-0769-491A-BD16-29C1D81E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29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575" b="1">
                <a:solidFill>
                  <a:srgbClr val="FFFFFF"/>
                </a:solidFill>
              </a:defRPr>
            </a:defPPr>
            <a:lvl1pPr algn="l">
              <a:defRPr sz="1575" b="1">
                <a:solidFill>
                  <a:srgbClr val="FFFFFF"/>
                </a:solidFill>
              </a:defRPr>
            </a:lvl1pPr>
            <a:lvl2pPr algn="l">
              <a:defRPr sz="1575" b="1">
                <a:solidFill>
                  <a:srgbClr val="FFFFFF"/>
                </a:solidFill>
              </a:defRPr>
            </a:lvl2pPr>
            <a:lvl3pPr algn="l">
              <a:defRPr sz="1575" b="1">
                <a:solidFill>
                  <a:srgbClr val="FFFFFF"/>
                </a:solidFill>
              </a:defRPr>
            </a:lvl3pPr>
            <a:lvl4pPr algn="l">
              <a:defRPr sz="1575" b="1">
                <a:solidFill>
                  <a:srgbClr val="FFFFFF"/>
                </a:solidFill>
              </a:defRPr>
            </a:lvl4pPr>
            <a:lvl5pPr algn="l">
              <a:defRPr sz="1575" b="1">
                <a:solidFill>
                  <a:srgbClr val="FFFFFF"/>
                </a:solidFill>
              </a:defRPr>
            </a:lvl5pPr>
            <a:lvl6pPr algn="l">
              <a:defRPr sz="1575" b="1">
                <a:solidFill>
                  <a:srgbClr val="FFFFFF"/>
                </a:solidFill>
              </a:defRPr>
            </a:lvl6pPr>
            <a:lvl7pPr algn="l">
              <a:defRPr sz="1575" b="1">
                <a:solidFill>
                  <a:srgbClr val="FFFFFF"/>
                </a:solidFill>
              </a:defRPr>
            </a:lvl7pPr>
            <a:lvl8pPr algn="l">
              <a:defRPr sz="1575" b="1">
                <a:solidFill>
                  <a:srgbClr val="FFFFFF"/>
                </a:solidFill>
              </a:defRPr>
            </a:lvl8pPr>
            <a:lvl9pPr algn="l">
              <a:defRPr sz="15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Review the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808D1-DAFC-4AE3-9EF9-D08E1A8B1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63867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B9BED0"/>
                </a:solidFill>
              </a:defRPr>
            </a:defPPr>
            <a:lvl1pPr algn="l">
              <a:defRPr sz="1275" b="0">
                <a:solidFill>
                  <a:srgbClr val="B9BED0"/>
                </a:solidFill>
              </a:defRPr>
            </a:lvl1pPr>
            <a:lvl2pPr algn="l">
              <a:defRPr sz="1275" b="0">
                <a:solidFill>
                  <a:srgbClr val="B9BED0"/>
                </a:solidFill>
              </a:defRPr>
            </a:lvl2pPr>
            <a:lvl3pPr algn="l">
              <a:defRPr sz="1275" b="0">
                <a:solidFill>
                  <a:srgbClr val="B9BED0"/>
                </a:solidFill>
              </a:defRPr>
            </a:lvl3pPr>
            <a:lvl4pPr algn="l">
              <a:defRPr sz="1275" b="0">
                <a:solidFill>
                  <a:srgbClr val="B9BED0"/>
                </a:solidFill>
              </a:defRPr>
            </a:lvl4pPr>
            <a:lvl5pPr algn="l">
              <a:defRPr sz="1275" b="0">
                <a:solidFill>
                  <a:srgbClr val="B9BED0"/>
                </a:solidFill>
              </a:defRPr>
            </a:lvl5pPr>
            <a:lvl6pPr algn="l">
              <a:defRPr sz="1275" b="0">
                <a:solidFill>
                  <a:srgbClr val="B9BED0"/>
                </a:solidFill>
              </a:defRPr>
            </a:lvl6pPr>
            <a:lvl7pPr algn="l">
              <a:defRPr sz="1275" b="0">
                <a:solidFill>
                  <a:srgbClr val="B9BED0"/>
                </a:solidFill>
              </a:defRPr>
            </a:lvl7pPr>
            <a:lvl8pPr algn="l">
              <a:defRPr sz="1275" b="0">
                <a:solidFill>
                  <a:srgbClr val="B9BED0"/>
                </a:solidFill>
              </a:defRPr>
            </a:lvl8pPr>
            <a:lvl9pPr algn="l">
              <a:defRPr sz="1275" b="0">
                <a:solidFill>
                  <a:srgbClr val="B9BED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B9BED0"/>
                </a:solidFill>
              </a:defRPr>
            </a:pPr>
            <a:r>
              <a:rPr sz="1275" b="0">
                <a:solidFill>
                  <a:srgbClr val="B9BED0"/>
                </a:solidFill>
              </a:rPr>
              <a:t>Show Overview progress and the Reports page.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2D0F07-4988-4892-BCA8-C2FDFC53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435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1566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5EA54-89DF-4156-AD8F-C755F6976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340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050" b="1">
                <a:solidFill>
                  <a:srgbClr val="B8A9FF"/>
                </a:solidFill>
              </a:defRPr>
            </a:defPPr>
            <a:lvl1pPr algn="l">
              <a:defRPr sz="1050" b="1">
                <a:solidFill>
                  <a:srgbClr val="B8A9FF"/>
                </a:solidFill>
              </a:defRPr>
            </a:lvl1pPr>
            <a:lvl2pPr algn="l">
              <a:defRPr sz="1050" b="1">
                <a:solidFill>
                  <a:srgbClr val="B8A9FF"/>
                </a:solidFill>
              </a:defRPr>
            </a:lvl2pPr>
            <a:lvl3pPr algn="l">
              <a:defRPr sz="1050" b="1">
                <a:solidFill>
                  <a:srgbClr val="B8A9FF"/>
                </a:solidFill>
              </a:defRPr>
            </a:lvl3pPr>
            <a:lvl4pPr algn="l">
              <a:defRPr sz="1050" b="1">
                <a:solidFill>
                  <a:srgbClr val="B8A9FF"/>
                </a:solidFill>
              </a:defRPr>
            </a:lvl4pPr>
            <a:lvl5pPr algn="l">
              <a:defRPr sz="1050" b="1">
                <a:solidFill>
                  <a:srgbClr val="B8A9FF"/>
                </a:solidFill>
              </a:defRPr>
            </a:lvl5pPr>
            <a:lvl6pPr algn="l">
              <a:defRPr sz="1050" b="1">
                <a:solidFill>
                  <a:srgbClr val="B8A9FF"/>
                </a:solidFill>
              </a:defRPr>
            </a:lvl6pPr>
            <a:lvl7pPr algn="l">
              <a:defRPr sz="1050" b="1">
                <a:solidFill>
                  <a:srgbClr val="B8A9FF"/>
                </a:solidFill>
              </a:defRPr>
            </a:lvl7pPr>
            <a:lvl8pPr algn="l">
              <a:defRPr sz="1050" b="1">
                <a:solidFill>
                  <a:srgbClr val="B8A9FF"/>
                </a:solidFill>
              </a:defRPr>
            </a:lvl8pPr>
            <a:lvl9pPr algn="l">
              <a:defRPr sz="1050" b="1">
                <a:solidFill>
                  <a:srgbClr val="B8A9FF"/>
                </a:solidFill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B8A9FF"/>
                </a:solidFill>
              </a:defRPr>
            </a:pPr>
            <a:r>
              <a:rPr sz="1050" b="1">
                <a:solidFill>
                  <a:srgbClr val="B8A9FF"/>
                </a:solidFill>
              </a:rPr>
              <a:t>Current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029CB5-DB9D-4B87-BCE3-0FE1CF31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6769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l">
              <a:defRPr sz="1275" b="0">
                <a:solidFill>
                  <a:srgbClr val="D2D5E0"/>
                </a:solidFill>
              </a:defRPr>
            </a:defPPr>
            <a:lvl1pPr algn="l">
              <a:defRPr sz="1275" b="0">
                <a:solidFill>
                  <a:srgbClr val="D2D5E0"/>
                </a:solidFill>
              </a:defRPr>
            </a:lvl1pPr>
            <a:lvl2pPr algn="l">
              <a:defRPr sz="1275" b="0">
                <a:solidFill>
                  <a:srgbClr val="D2D5E0"/>
                </a:solidFill>
              </a:defRPr>
            </a:lvl2pPr>
            <a:lvl3pPr algn="l">
              <a:defRPr sz="1275" b="0">
                <a:solidFill>
                  <a:srgbClr val="D2D5E0"/>
                </a:solidFill>
              </a:defRPr>
            </a:lvl3pPr>
            <a:lvl4pPr algn="l">
              <a:defRPr sz="1275" b="0">
                <a:solidFill>
                  <a:srgbClr val="D2D5E0"/>
                </a:solidFill>
              </a:defRPr>
            </a:lvl4pPr>
            <a:lvl5pPr algn="l">
              <a:defRPr sz="1275" b="0">
                <a:solidFill>
                  <a:srgbClr val="D2D5E0"/>
                </a:solidFill>
              </a:defRPr>
            </a:lvl5pPr>
            <a:lvl6pPr algn="l">
              <a:defRPr sz="1275" b="0">
                <a:solidFill>
                  <a:srgbClr val="D2D5E0"/>
                </a:solidFill>
              </a:defRPr>
            </a:lvl6pPr>
            <a:lvl7pPr algn="l">
              <a:defRPr sz="1275" b="0">
                <a:solidFill>
                  <a:srgbClr val="D2D5E0"/>
                </a:solidFill>
              </a:defRPr>
            </a:lvl7pPr>
            <a:lvl8pPr algn="l">
              <a:defRPr sz="1275" b="0">
                <a:solidFill>
                  <a:srgbClr val="D2D5E0"/>
                </a:solidFill>
              </a:defRPr>
            </a:lvl8pPr>
            <a:lvl9pPr algn="l">
              <a:defRPr sz="1275" b="0">
                <a:solidFill>
                  <a:srgbClr val="D2D5E0"/>
                </a:solidFill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2D5E0"/>
                </a:solidFill>
              </a:defRPr>
            </a:pPr>
            <a:r>
              <a:rPr sz="1275" b="0">
                <a:solidFill>
                  <a:srgbClr val="D2D5E0"/>
                </a:solidFill>
              </a:rPr>
              <a:t>One shared workspace; login and per-user data separation are not implemented.</a:t>
            </a:r>
          </a:p>
        </p:txBody>
      </p:sp>
    </p:spTree>
    <p:extLst>
      <p:ext uri="{BB962C8B-B14F-4D97-AF65-F5344CB8AC3E}">
        <p14:creationId xmlns:p14="http://schemas.microsoft.com/office/powerpoint/2010/main" val="18121598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2026-10-28T14:30:09.7170000Z</dcterms:created>
  <dcterms:modified xsi:type="dcterms:W3CDTF">2026-10-28T14:30:09.7170000Z</dcterms:modified>
</coreProperties>
</file>